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10287000" cx="18288000"/>
  <p:notesSz cx="6858000" cy="9144000"/>
  <p:embeddedFontLst>
    <p:embeddedFont>
      <p:font typeface="Arim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ihvza7RN/kpPHfMLWqCIx9Hzqs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FD1E46D-D7AF-4A67-9095-120EF829B80D}">
  <a:tblStyle styleId="{CFD1E46D-D7AF-4A67-9095-120EF829B80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Arimo-bold.fntdata"/><Relationship Id="rId21" Type="http://schemas.openxmlformats.org/officeDocument/2006/relationships/font" Target="fonts/Arimo-regular.fntdata"/><Relationship Id="rId24" Type="http://schemas.openxmlformats.org/officeDocument/2006/relationships/font" Target="fonts/Arimo-boldItalic.fntdata"/><Relationship Id="rId23" Type="http://schemas.openxmlformats.org/officeDocument/2006/relationships/font" Target="fonts/Arim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hyperlink" Target="https://de.wikipedia.org/wiki/Switch_(Netzwerktechnik)" TargetMode="External"/><Relationship Id="rId5" Type="http://schemas.openxmlformats.org/officeDocument/2006/relationships/hyperlink" Target="https://creativecommons.org/licenses/by-sa/3.0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Relationship Id="rId4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33804" y="-33516"/>
            <a:ext cx="18254196" cy="10286998"/>
          </a:xfrm>
          <a:custGeom>
            <a:rect b="b" l="l" r="r" t="t"/>
            <a:pathLst>
              <a:path extrusionOk="0" h="10286998" w="18254196">
                <a:moveTo>
                  <a:pt x="0" y="0"/>
                </a:moveTo>
                <a:lnTo>
                  <a:pt x="18254196" y="0"/>
                </a:lnTo>
                <a:lnTo>
                  <a:pt x="18254196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85" name="Google Shape;85;p1"/>
          <p:cNvGraphicFramePr/>
          <p:nvPr/>
        </p:nvGraphicFramePr>
        <p:xfrm>
          <a:off x="10646874" y="19305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{CFD1E46D-D7AF-4A67-9095-120EF829B80D}</a:tableStyleId>
              </a:tblPr>
              <a:tblGrid>
                <a:gridCol w="3036975"/>
                <a:gridCol w="4329025"/>
              </a:tblGrid>
              <a:tr h="787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sz="11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99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Viernes, 09/02/2024</a:t>
                      </a:r>
                      <a:endParaRPr sz="11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7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11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99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17:20</a:t>
                      </a:r>
                      <a:endParaRPr sz="1100" u="none" cap="none" strike="noStrike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6" name="Google Shape;86;p1"/>
          <p:cNvSpPr txBox="1"/>
          <p:nvPr/>
        </p:nvSpPr>
        <p:spPr>
          <a:xfrm>
            <a:off x="3026400" y="4630900"/>
            <a:ext cx="1062609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999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Redes de Computadoras 2 [N]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3703450" y="5920880"/>
            <a:ext cx="7140866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Eduardo Tomás Ixén Rucuch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2"/>
          <p:cNvCxnSpPr/>
          <p:nvPr/>
        </p:nvCxnSpPr>
        <p:spPr>
          <a:xfrm rot="4791364">
            <a:off x="9738483" y="5143500"/>
            <a:ext cx="10464869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" name="Google Shape;93;p2"/>
          <p:cNvCxnSpPr/>
          <p:nvPr/>
        </p:nvCxnSpPr>
        <p:spPr>
          <a:xfrm rot="8776574">
            <a:off x="10406482" y="7904560"/>
            <a:ext cx="8608174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2"/>
          <p:cNvSpPr/>
          <p:nvPr/>
        </p:nvSpPr>
        <p:spPr>
          <a:xfrm>
            <a:off x="13772214" y="-12700"/>
            <a:ext cx="4511041" cy="10299668"/>
          </a:xfrm>
          <a:custGeom>
            <a:rect b="b" l="l" r="r" t="t"/>
            <a:pathLst>
              <a:path extrusionOk="0" h="13732890" w="6014720">
                <a:moveTo>
                  <a:pt x="4091051" y="0"/>
                </a:moveTo>
                <a:lnTo>
                  <a:pt x="6014720" y="0"/>
                </a:lnTo>
                <a:lnTo>
                  <a:pt x="6014720" y="13732890"/>
                </a:lnTo>
                <a:lnTo>
                  <a:pt x="0" y="13732890"/>
                </a:lnTo>
                <a:lnTo>
                  <a:pt x="4091051" y="0"/>
                </a:lnTo>
                <a:close/>
              </a:path>
            </a:pathLst>
          </a:custGeom>
          <a:solidFill>
            <a:srgbClr val="90C226">
              <a:alpha val="29803"/>
            </a:srgbClr>
          </a:solidFill>
          <a:ln>
            <a:noFill/>
          </a:ln>
        </p:spPr>
      </p:sp>
      <p:sp>
        <p:nvSpPr>
          <p:cNvPr id="95" name="Google Shape;95;p2"/>
          <p:cNvSpPr/>
          <p:nvPr/>
        </p:nvSpPr>
        <p:spPr>
          <a:xfrm>
            <a:off x="14405163" y="-12700"/>
            <a:ext cx="3882866" cy="10299668"/>
          </a:xfrm>
          <a:custGeom>
            <a:rect b="b" l="l" r="r" t="t"/>
            <a:pathLst>
              <a:path extrusionOk="0" h="13732890" w="5177155">
                <a:moveTo>
                  <a:pt x="0" y="0"/>
                </a:moveTo>
                <a:lnTo>
                  <a:pt x="5177155" y="0"/>
                </a:lnTo>
                <a:lnTo>
                  <a:pt x="5177155" y="13732890"/>
                </a:lnTo>
                <a:lnTo>
                  <a:pt x="2418969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90C226">
              <a:alpha val="19607"/>
            </a:srgbClr>
          </a:solidFill>
          <a:ln>
            <a:noFill/>
          </a:ln>
        </p:spPr>
      </p:sp>
      <p:sp>
        <p:nvSpPr>
          <p:cNvPr id="96" name="Google Shape;96;p2"/>
          <p:cNvSpPr/>
          <p:nvPr/>
        </p:nvSpPr>
        <p:spPr>
          <a:xfrm>
            <a:off x="13398499" y="4572000"/>
            <a:ext cx="4889469" cy="5715000"/>
          </a:xfrm>
          <a:custGeom>
            <a:rect b="b" l="l" r="r" t="t"/>
            <a:pathLst>
              <a:path extrusionOk="0" h="7620000" w="6519291">
                <a:moveTo>
                  <a:pt x="0" y="7620000"/>
                </a:moveTo>
                <a:lnTo>
                  <a:pt x="6519291" y="0"/>
                </a:lnTo>
                <a:lnTo>
                  <a:pt x="6519291" y="7620000"/>
                </a:lnTo>
                <a:close/>
              </a:path>
            </a:pathLst>
          </a:custGeom>
          <a:solidFill>
            <a:srgbClr val="54A021">
              <a:alpha val="71764"/>
            </a:srgbClr>
          </a:solidFill>
          <a:ln>
            <a:noFill/>
          </a:ln>
        </p:spPr>
      </p:sp>
      <p:sp>
        <p:nvSpPr>
          <p:cNvPr id="97" name="Google Shape;97;p2"/>
          <p:cNvSpPr/>
          <p:nvPr/>
        </p:nvSpPr>
        <p:spPr>
          <a:xfrm>
            <a:off x="14001750" y="-12700"/>
            <a:ext cx="4281488" cy="10299668"/>
          </a:xfrm>
          <a:custGeom>
            <a:rect b="b" l="l" r="r" t="t"/>
            <a:pathLst>
              <a:path extrusionOk="0" h="13732890" w="5708650">
                <a:moveTo>
                  <a:pt x="0" y="0"/>
                </a:moveTo>
                <a:lnTo>
                  <a:pt x="5708650" y="0"/>
                </a:lnTo>
                <a:lnTo>
                  <a:pt x="5708650" y="13732890"/>
                </a:lnTo>
                <a:lnTo>
                  <a:pt x="4941443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3F7819">
              <a:alpha val="69803"/>
            </a:srgbClr>
          </a:solidFill>
          <a:ln>
            <a:noFill/>
          </a:ln>
        </p:spPr>
      </p:sp>
      <p:sp>
        <p:nvSpPr>
          <p:cNvPr id="98" name="Google Shape;98;p2"/>
          <p:cNvSpPr/>
          <p:nvPr/>
        </p:nvSpPr>
        <p:spPr>
          <a:xfrm>
            <a:off x="16348095" y="-12700"/>
            <a:ext cx="1935194" cy="10299668"/>
          </a:xfrm>
          <a:custGeom>
            <a:rect b="b" l="l" r="r" t="t"/>
            <a:pathLst>
              <a:path extrusionOk="0" h="13732890" w="2580259">
                <a:moveTo>
                  <a:pt x="2039493" y="0"/>
                </a:moveTo>
                <a:lnTo>
                  <a:pt x="2580259" y="0"/>
                </a:lnTo>
                <a:lnTo>
                  <a:pt x="2580259" y="13732890"/>
                </a:lnTo>
                <a:lnTo>
                  <a:pt x="0" y="13732890"/>
                </a:lnTo>
                <a:lnTo>
                  <a:pt x="2039493" y="0"/>
                </a:lnTo>
                <a:close/>
              </a:path>
            </a:pathLst>
          </a:custGeom>
          <a:solidFill>
            <a:srgbClr val="C0E474">
              <a:alpha val="69803"/>
            </a:srgbClr>
          </a:solidFill>
          <a:ln>
            <a:noFill/>
          </a:ln>
        </p:spPr>
      </p:sp>
      <p:sp>
        <p:nvSpPr>
          <p:cNvPr id="99" name="Google Shape;99;p2"/>
          <p:cNvSpPr/>
          <p:nvPr/>
        </p:nvSpPr>
        <p:spPr>
          <a:xfrm>
            <a:off x="16408499" y="-12700"/>
            <a:ext cx="1874710" cy="10299668"/>
          </a:xfrm>
          <a:custGeom>
            <a:rect b="b" l="l" r="r" t="t"/>
            <a:pathLst>
              <a:path extrusionOk="0" h="13732890" w="2499614">
                <a:moveTo>
                  <a:pt x="0" y="0"/>
                </a:moveTo>
                <a:lnTo>
                  <a:pt x="2499614" y="0"/>
                </a:lnTo>
                <a:lnTo>
                  <a:pt x="2499614" y="13732890"/>
                </a:lnTo>
                <a:lnTo>
                  <a:pt x="2218817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90C226">
              <a:alpha val="64705"/>
            </a:srgbClr>
          </a:solidFill>
          <a:ln>
            <a:noFill/>
          </a:ln>
        </p:spPr>
      </p:sp>
      <p:sp>
        <p:nvSpPr>
          <p:cNvPr id="100" name="Google Shape;100;p2"/>
          <p:cNvSpPr/>
          <p:nvPr/>
        </p:nvSpPr>
        <p:spPr>
          <a:xfrm>
            <a:off x="15557499" y="5384801"/>
            <a:ext cx="2725769" cy="4902231"/>
          </a:xfrm>
          <a:custGeom>
            <a:rect b="b" l="l" r="r" t="t"/>
            <a:pathLst>
              <a:path extrusionOk="0" h="6536309" w="3634359">
                <a:moveTo>
                  <a:pt x="0" y="6536309"/>
                </a:moveTo>
                <a:lnTo>
                  <a:pt x="3634359" y="0"/>
                </a:lnTo>
                <a:lnTo>
                  <a:pt x="3634359" y="6536309"/>
                </a:lnTo>
                <a:close/>
              </a:path>
            </a:pathLst>
          </a:custGeom>
          <a:solidFill>
            <a:srgbClr val="90C226">
              <a:alpha val="80000"/>
            </a:srgbClr>
          </a:solidFill>
          <a:ln>
            <a:noFill/>
          </a:ln>
        </p:spPr>
      </p:sp>
      <p:sp>
        <p:nvSpPr>
          <p:cNvPr id="101" name="Google Shape;101;p2"/>
          <p:cNvSpPr/>
          <p:nvPr/>
        </p:nvSpPr>
        <p:spPr>
          <a:xfrm>
            <a:off x="0" y="6019800"/>
            <a:ext cx="673132" cy="4267200"/>
          </a:xfrm>
          <a:custGeom>
            <a:rect b="b" l="l" r="r" t="t"/>
            <a:pathLst>
              <a:path extrusionOk="0" h="5689600" w="897509">
                <a:moveTo>
                  <a:pt x="0" y="5689600"/>
                </a:moveTo>
                <a:lnTo>
                  <a:pt x="0" y="0"/>
                </a:lnTo>
                <a:lnTo>
                  <a:pt x="897509" y="5689600"/>
                </a:lnTo>
                <a:close/>
              </a:path>
            </a:pathLst>
          </a:custGeom>
          <a:solidFill>
            <a:srgbClr val="90C226">
              <a:alpha val="84705"/>
            </a:srgbClr>
          </a:solidFill>
          <a:ln>
            <a:noFill/>
          </a:ln>
        </p:spPr>
      </p:sp>
      <p:cxnSp>
        <p:nvCxnSpPr>
          <p:cNvPr id="102" name="Google Shape;102;p2"/>
          <p:cNvCxnSpPr/>
          <p:nvPr/>
        </p:nvCxnSpPr>
        <p:spPr>
          <a:xfrm rot="4790100">
            <a:off x="3346169" y="5143500"/>
            <a:ext cx="10470397" cy="0"/>
          </a:xfrm>
          <a:prstGeom prst="straightConnector1">
            <a:avLst/>
          </a:prstGeom>
          <a:noFill/>
          <a:ln cap="rnd" cmpd="sng" w="9525">
            <a:solidFill>
              <a:srgbClr val="90C22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" name="Google Shape;103;p2"/>
          <p:cNvCxnSpPr/>
          <p:nvPr/>
        </p:nvCxnSpPr>
        <p:spPr>
          <a:xfrm rot="8776047">
            <a:off x="4201746" y="7904559"/>
            <a:ext cx="8614780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2"/>
          <p:cNvSpPr/>
          <p:nvPr/>
        </p:nvSpPr>
        <p:spPr>
          <a:xfrm>
            <a:off x="6723852" y="-12700"/>
            <a:ext cx="4511040" cy="10299668"/>
          </a:xfrm>
          <a:custGeom>
            <a:rect b="b" l="l" r="r" t="t"/>
            <a:pathLst>
              <a:path extrusionOk="0" h="13732890" w="6014720">
                <a:moveTo>
                  <a:pt x="4091051" y="0"/>
                </a:moveTo>
                <a:lnTo>
                  <a:pt x="6014720" y="0"/>
                </a:lnTo>
                <a:lnTo>
                  <a:pt x="6014720" y="13732890"/>
                </a:lnTo>
                <a:lnTo>
                  <a:pt x="0" y="13732890"/>
                </a:lnTo>
                <a:lnTo>
                  <a:pt x="4091051" y="0"/>
                </a:lnTo>
                <a:close/>
              </a:path>
            </a:pathLst>
          </a:custGeom>
          <a:solidFill>
            <a:srgbClr val="90C226">
              <a:alpha val="29803"/>
            </a:srgbClr>
          </a:solidFill>
          <a:ln>
            <a:noFill/>
          </a:ln>
        </p:spPr>
      </p:sp>
      <p:sp>
        <p:nvSpPr>
          <p:cNvPr id="105" name="Google Shape;105;p2"/>
          <p:cNvSpPr/>
          <p:nvPr/>
        </p:nvSpPr>
        <p:spPr>
          <a:xfrm>
            <a:off x="7356800" y="-12700"/>
            <a:ext cx="3882867" cy="10299668"/>
          </a:xfrm>
          <a:custGeom>
            <a:rect b="b" l="l" r="r" t="t"/>
            <a:pathLst>
              <a:path extrusionOk="0" h="13732890" w="5177155">
                <a:moveTo>
                  <a:pt x="0" y="0"/>
                </a:moveTo>
                <a:lnTo>
                  <a:pt x="5177155" y="0"/>
                </a:lnTo>
                <a:lnTo>
                  <a:pt x="5177155" y="13732890"/>
                </a:lnTo>
                <a:lnTo>
                  <a:pt x="2418969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90C226">
              <a:alpha val="19607"/>
            </a:srgbClr>
          </a:solidFill>
          <a:ln>
            <a:noFill/>
          </a:ln>
        </p:spPr>
      </p:sp>
      <p:sp>
        <p:nvSpPr>
          <p:cNvPr id="106" name="Google Shape;106;p2"/>
          <p:cNvSpPr/>
          <p:nvPr/>
        </p:nvSpPr>
        <p:spPr>
          <a:xfrm>
            <a:off x="6350136" y="4572000"/>
            <a:ext cx="4889468" cy="5715000"/>
          </a:xfrm>
          <a:custGeom>
            <a:rect b="b" l="l" r="r" t="t"/>
            <a:pathLst>
              <a:path extrusionOk="0" h="7620000" w="6519291">
                <a:moveTo>
                  <a:pt x="0" y="7620000"/>
                </a:moveTo>
                <a:lnTo>
                  <a:pt x="6519291" y="0"/>
                </a:lnTo>
                <a:lnTo>
                  <a:pt x="6519291" y="7620000"/>
                </a:lnTo>
                <a:close/>
              </a:path>
            </a:pathLst>
          </a:custGeom>
          <a:solidFill>
            <a:srgbClr val="54A021">
              <a:alpha val="71764"/>
            </a:srgbClr>
          </a:solidFill>
          <a:ln>
            <a:noFill/>
          </a:ln>
        </p:spPr>
      </p:sp>
      <p:sp>
        <p:nvSpPr>
          <p:cNvPr id="107" name="Google Shape;107;p2"/>
          <p:cNvSpPr/>
          <p:nvPr/>
        </p:nvSpPr>
        <p:spPr>
          <a:xfrm>
            <a:off x="6953388" y="-12700"/>
            <a:ext cx="4281487" cy="10299668"/>
          </a:xfrm>
          <a:custGeom>
            <a:rect b="b" l="l" r="r" t="t"/>
            <a:pathLst>
              <a:path extrusionOk="0" h="13732890" w="5708650">
                <a:moveTo>
                  <a:pt x="0" y="0"/>
                </a:moveTo>
                <a:lnTo>
                  <a:pt x="5708650" y="0"/>
                </a:lnTo>
                <a:lnTo>
                  <a:pt x="5708650" y="13732890"/>
                </a:lnTo>
                <a:lnTo>
                  <a:pt x="4941443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3F7819">
              <a:alpha val="69803"/>
            </a:srgbClr>
          </a:solidFill>
          <a:ln>
            <a:noFill/>
          </a:ln>
        </p:spPr>
      </p:sp>
      <p:sp>
        <p:nvSpPr>
          <p:cNvPr id="108" name="Google Shape;108;p2"/>
          <p:cNvSpPr/>
          <p:nvPr/>
        </p:nvSpPr>
        <p:spPr>
          <a:xfrm>
            <a:off x="8509136" y="5384800"/>
            <a:ext cx="2725770" cy="4902231"/>
          </a:xfrm>
          <a:custGeom>
            <a:rect b="b" l="l" r="r" t="t"/>
            <a:pathLst>
              <a:path extrusionOk="0" h="6536309" w="3634359">
                <a:moveTo>
                  <a:pt x="0" y="6536309"/>
                </a:moveTo>
                <a:lnTo>
                  <a:pt x="3634359" y="0"/>
                </a:lnTo>
                <a:lnTo>
                  <a:pt x="3634359" y="6536309"/>
                </a:lnTo>
                <a:close/>
              </a:path>
            </a:pathLst>
          </a:custGeom>
          <a:solidFill>
            <a:srgbClr val="90C226">
              <a:alpha val="80000"/>
            </a:srgbClr>
          </a:solidFill>
          <a:ln>
            <a:noFill/>
          </a:ln>
        </p:spPr>
      </p:sp>
      <p:sp>
        <p:nvSpPr>
          <p:cNvPr id="109" name="Google Shape;109;p2"/>
          <p:cNvSpPr/>
          <p:nvPr/>
        </p:nvSpPr>
        <p:spPr>
          <a:xfrm>
            <a:off x="9296446" y="-12700"/>
            <a:ext cx="8991600" cy="10299668"/>
          </a:xfrm>
          <a:custGeom>
            <a:rect b="b" l="l" r="r" t="t"/>
            <a:pathLst>
              <a:path extrusionOk="0" h="13732890" w="11988800">
                <a:moveTo>
                  <a:pt x="0" y="0"/>
                </a:moveTo>
                <a:lnTo>
                  <a:pt x="2499614" y="0"/>
                </a:lnTo>
                <a:lnTo>
                  <a:pt x="2499614" y="16891"/>
                </a:lnTo>
                <a:lnTo>
                  <a:pt x="11988800" y="16891"/>
                </a:lnTo>
                <a:lnTo>
                  <a:pt x="11988800" y="13732890"/>
                </a:lnTo>
                <a:lnTo>
                  <a:pt x="2499614" y="13732890"/>
                </a:lnTo>
                <a:lnTo>
                  <a:pt x="2218817" y="13732890"/>
                </a:lnTo>
                <a:close/>
              </a:path>
            </a:pathLst>
          </a:custGeom>
          <a:solidFill>
            <a:srgbClr val="3F7819"/>
          </a:solidFill>
          <a:ln>
            <a:noFill/>
          </a:ln>
        </p:spPr>
      </p:sp>
      <p:sp>
        <p:nvSpPr>
          <p:cNvPr id="110" name="Google Shape;110;p2"/>
          <p:cNvSpPr txBox="1"/>
          <p:nvPr/>
        </p:nvSpPr>
        <p:spPr>
          <a:xfrm>
            <a:off x="10864024" y="941070"/>
            <a:ext cx="6586604" cy="3269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Agenda</a:t>
            </a: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1135876" y="2317594"/>
            <a:ext cx="5785160" cy="5785160"/>
          </a:xfrm>
          <a:custGeom>
            <a:rect b="b" l="l" r="r" t="t"/>
            <a:pathLst>
              <a:path extrusionOk="0" h="5785160" w="5785160">
                <a:moveTo>
                  <a:pt x="0" y="0"/>
                </a:moveTo>
                <a:lnTo>
                  <a:pt x="5785160" y="0"/>
                </a:lnTo>
                <a:lnTo>
                  <a:pt x="5785160" y="5785160"/>
                </a:lnTo>
                <a:lnTo>
                  <a:pt x="0" y="57851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2"/>
          <p:cNvSpPr txBox="1"/>
          <p:nvPr/>
        </p:nvSpPr>
        <p:spPr>
          <a:xfrm>
            <a:off x="10864026" y="4282662"/>
            <a:ext cx="6586602" cy="49045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46405" lvl="1" marL="89281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Temas de clase 3</a:t>
            </a:r>
            <a:endParaRPr/>
          </a:p>
          <a:p>
            <a:pPr indent="-446405" lvl="1" marL="89281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Tarea 2</a:t>
            </a:r>
            <a:endParaRPr/>
          </a:p>
          <a:p>
            <a:pPr indent="-446405" lvl="1" marL="89281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Ejemplo práctico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7" name="Google Shape;117;p3"/>
          <p:cNvCxnSpPr/>
          <p:nvPr/>
        </p:nvCxnSpPr>
        <p:spPr>
          <a:xfrm rot="4791364">
            <a:off x="9738483" y="5143500"/>
            <a:ext cx="10464869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3"/>
          <p:cNvCxnSpPr/>
          <p:nvPr/>
        </p:nvCxnSpPr>
        <p:spPr>
          <a:xfrm rot="8776574">
            <a:off x="10406482" y="7904560"/>
            <a:ext cx="8608174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3"/>
          <p:cNvSpPr/>
          <p:nvPr/>
        </p:nvSpPr>
        <p:spPr>
          <a:xfrm>
            <a:off x="13772214" y="-12700"/>
            <a:ext cx="4511041" cy="10299668"/>
          </a:xfrm>
          <a:custGeom>
            <a:rect b="b" l="l" r="r" t="t"/>
            <a:pathLst>
              <a:path extrusionOk="0" h="13732890" w="6014720">
                <a:moveTo>
                  <a:pt x="4091051" y="0"/>
                </a:moveTo>
                <a:lnTo>
                  <a:pt x="6014720" y="0"/>
                </a:lnTo>
                <a:lnTo>
                  <a:pt x="6014720" y="13732890"/>
                </a:lnTo>
                <a:lnTo>
                  <a:pt x="0" y="13732890"/>
                </a:lnTo>
                <a:lnTo>
                  <a:pt x="4091051" y="0"/>
                </a:lnTo>
                <a:close/>
              </a:path>
            </a:pathLst>
          </a:custGeom>
          <a:solidFill>
            <a:srgbClr val="90C226">
              <a:alpha val="29803"/>
            </a:srgbClr>
          </a:solidFill>
          <a:ln>
            <a:noFill/>
          </a:ln>
        </p:spPr>
      </p:sp>
      <p:sp>
        <p:nvSpPr>
          <p:cNvPr id="120" name="Google Shape;120;p3"/>
          <p:cNvSpPr/>
          <p:nvPr/>
        </p:nvSpPr>
        <p:spPr>
          <a:xfrm>
            <a:off x="14405163" y="-12700"/>
            <a:ext cx="3882866" cy="10299668"/>
          </a:xfrm>
          <a:custGeom>
            <a:rect b="b" l="l" r="r" t="t"/>
            <a:pathLst>
              <a:path extrusionOk="0" h="13732890" w="5177155">
                <a:moveTo>
                  <a:pt x="0" y="0"/>
                </a:moveTo>
                <a:lnTo>
                  <a:pt x="5177155" y="0"/>
                </a:lnTo>
                <a:lnTo>
                  <a:pt x="5177155" y="13732890"/>
                </a:lnTo>
                <a:lnTo>
                  <a:pt x="2418969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90C226">
              <a:alpha val="19607"/>
            </a:srgbClr>
          </a:solidFill>
          <a:ln>
            <a:noFill/>
          </a:ln>
        </p:spPr>
      </p:sp>
      <p:sp>
        <p:nvSpPr>
          <p:cNvPr id="121" name="Google Shape;121;p3"/>
          <p:cNvSpPr/>
          <p:nvPr/>
        </p:nvSpPr>
        <p:spPr>
          <a:xfrm>
            <a:off x="13398499" y="4572000"/>
            <a:ext cx="4889469" cy="5715000"/>
          </a:xfrm>
          <a:custGeom>
            <a:rect b="b" l="l" r="r" t="t"/>
            <a:pathLst>
              <a:path extrusionOk="0" h="7620000" w="6519291">
                <a:moveTo>
                  <a:pt x="0" y="7620000"/>
                </a:moveTo>
                <a:lnTo>
                  <a:pt x="6519291" y="0"/>
                </a:lnTo>
                <a:lnTo>
                  <a:pt x="6519291" y="7620000"/>
                </a:lnTo>
                <a:close/>
              </a:path>
            </a:pathLst>
          </a:custGeom>
          <a:solidFill>
            <a:srgbClr val="54A021">
              <a:alpha val="71764"/>
            </a:srgbClr>
          </a:solidFill>
          <a:ln>
            <a:noFill/>
          </a:ln>
        </p:spPr>
      </p:sp>
      <p:sp>
        <p:nvSpPr>
          <p:cNvPr id="122" name="Google Shape;122;p3"/>
          <p:cNvSpPr/>
          <p:nvPr/>
        </p:nvSpPr>
        <p:spPr>
          <a:xfrm>
            <a:off x="14001750" y="-12700"/>
            <a:ext cx="4281488" cy="10299668"/>
          </a:xfrm>
          <a:custGeom>
            <a:rect b="b" l="l" r="r" t="t"/>
            <a:pathLst>
              <a:path extrusionOk="0" h="13732890" w="5708650">
                <a:moveTo>
                  <a:pt x="0" y="0"/>
                </a:moveTo>
                <a:lnTo>
                  <a:pt x="5708650" y="0"/>
                </a:lnTo>
                <a:lnTo>
                  <a:pt x="5708650" y="13732890"/>
                </a:lnTo>
                <a:lnTo>
                  <a:pt x="4941443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3F7819">
              <a:alpha val="69803"/>
            </a:srgbClr>
          </a:solidFill>
          <a:ln>
            <a:noFill/>
          </a:ln>
        </p:spPr>
      </p:sp>
      <p:sp>
        <p:nvSpPr>
          <p:cNvPr id="123" name="Google Shape;123;p3"/>
          <p:cNvSpPr/>
          <p:nvPr/>
        </p:nvSpPr>
        <p:spPr>
          <a:xfrm>
            <a:off x="16348095" y="-12700"/>
            <a:ext cx="1935194" cy="10299668"/>
          </a:xfrm>
          <a:custGeom>
            <a:rect b="b" l="l" r="r" t="t"/>
            <a:pathLst>
              <a:path extrusionOk="0" h="13732890" w="2580259">
                <a:moveTo>
                  <a:pt x="2039493" y="0"/>
                </a:moveTo>
                <a:lnTo>
                  <a:pt x="2580259" y="0"/>
                </a:lnTo>
                <a:lnTo>
                  <a:pt x="2580259" y="13732890"/>
                </a:lnTo>
                <a:lnTo>
                  <a:pt x="0" y="13732890"/>
                </a:lnTo>
                <a:lnTo>
                  <a:pt x="2039493" y="0"/>
                </a:lnTo>
                <a:close/>
              </a:path>
            </a:pathLst>
          </a:custGeom>
          <a:solidFill>
            <a:srgbClr val="C0E474">
              <a:alpha val="69803"/>
            </a:srgbClr>
          </a:solidFill>
          <a:ln>
            <a:noFill/>
          </a:ln>
        </p:spPr>
      </p:sp>
      <p:sp>
        <p:nvSpPr>
          <p:cNvPr id="124" name="Google Shape;124;p3"/>
          <p:cNvSpPr/>
          <p:nvPr/>
        </p:nvSpPr>
        <p:spPr>
          <a:xfrm>
            <a:off x="16408499" y="-12700"/>
            <a:ext cx="1874710" cy="10299668"/>
          </a:xfrm>
          <a:custGeom>
            <a:rect b="b" l="l" r="r" t="t"/>
            <a:pathLst>
              <a:path extrusionOk="0" h="13732890" w="2499614">
                <a:moveTo>
                  <a:pt x="0" y="0"/>
                </a:moveTo>
                <a:lnTo>
                  <a:pt x="2499614" y="0"/>
                </a:lnTo>
                <a:lnTo>
                  <a:pt x="2499614" y="13732890"/>
                </a:lnTo>
                <a:lnTo>
                  <a:pt x="2218817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90C226">
              <a:alpha val="64705"/>
            </a:srgbClr>
          </a:solidFill>
          <a:ln>
            <a:noFill/>
          </a:ln>
        </p:spPr>
      </p:sp>
      <p:sp>
        <p:nvSpPr>
          <p:cNvPr id="125" name="Google Shape;125;p3"/>
          <p:cNvSpPr/>
          <p:nvPr/>
        </p:nvSpPr>
        <p:spPr>
          <a:xfrm>
            <a:off x="15557499" y="5384801"/>
            <a:ext cx="2725769" cy="4902231"/>
          </a:xfrm>
          <a:custGeom>
            <a:rect b="b" l="l" r="r" t="t"/>
            <a:pathLst>
              <a:path extrusionOk="0" h="6536309" w="3634359">
                <a:moveTo>
                  <a:pt x="0" y="6536309"/>
                </a:moveTo>
                <a:lnTo>
                  <a:pt x="3634359" y="0"/>
                </a:lnTo>
                <a:lnTo>
                  <a:pt x="3634359" y="6536309"/>
                </a:lnTo>
                <a:close/>
              </a:path>
            </a:pathLst>
          </a:custGeom>
          <a:solidFill>
            <a:srgbClr val="90C226">
              <a:alpha val="80000"/>
            </a:srgbClr>
          </a:solidFill>
          <a:ln>
            <a:noFill/>
          </a:ln>
        </p:spPr>
      </p:sp>
      <p:sp>
        <p:nvSpPr>
          <p:cNvPr id="126" name="Google Shape;126;p3"/>
          <p:cNvSpPr/>
          <p:nvPr/>
        </p:nvSpPr>
        <p:spPr>
          <a:xfrm>
            <a:off x="0" y="6019800"/>
            <a:ext cx="673132" cy="4267200"/>
          </a:xfrm>
          <a:custGeom>
            <a:rect b="b" l="l" r="r" t="t"/>
            <a:pathLst>
              <a:path extrusionOk="0" h="5689600" w="897509">
                <a:moveTo>
                  <a:pt x="0" y="5689600"/>
                </a:moveTo>
                <a:lnTo>
                  <a:pt x="0" y="0"/>
                </a:lnTo>
                <a:lnTo>
                  <a:pt x="897509" y="5689600"/>
                </a:lnTo>
                <a:close/>
              </a:path>
            </a:pathLst>
          </a:custGeom>
          <a:solidFill>
            <a:srgbClr val="90C226">
              <a:alpha val="84705"/>
            </a:srgbClr>
          </a:solidFill>
          <a:ln>
            <a:noFill/>
          </a:ln>
        </p:spPr>
      </p:sp>
      <p:cxnSp>
        <p:nvCxnSpPr>
          <p:cNvPr id="127" name="Google Shape;127;p3"/>
          <p:cNvCxnSpPr/>
          <p:nvPr/>
        </p:nvCxnSpPr>
        <p:spPr>
          <a:xfrm rot="4791364">
            <a:off x="9738485" y="5143500"/>
            <a:ext cx="10464869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" name="Google Shape;128;p3"/>
          <p:cNvCxnSpPr/>
          <p:nvPr/>
        </p:nvCxnSpPr>
        <p:spPr>
          <a:xfrm rot="8776574">
            <a:off x="10406483" y="7904560"/>
            <a:ext cx="8608175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" name="Google Shape;129;p3"/>
          <p:cNvSpPr/>
          <p:nvPr/>
        </p:nvSpPr>
        <p:spPr>
          <a:xfrm>
            <a:off x="13772216" y="-12700"/>
            <a:ext cx="4511040" cy="10299668"/>
          </a:xfrm>
          <a:custGeom>
            <a:rect b="b" l="l" r="r" t="t"/>
            <a:pathLst>
              <a:path extrusionOk="0" h="13732890" w="6014720">
                <a:moveTo>
                  <a:pt x="4091051" y="0"/>
                </a:moveTo>
                <a:lnTo>
                  <a:pt x="6014720" y="0"/>
                </a:lnTo>
                <a:lnTo>
                  <a:pt x="6014720" y="13732890"/>
                </a:lnTo>
                <a:lnTo>
                  <a:pt x="0" y="13732890"/>
                </a:lnTo>
                <a:lnTo>
                  <a:pt x="4091051" y="0"/>
                </a:lnTo>
                <a:close/>
              </a:path>
            </a:pathLst>
          </a:custGeom>
          <a:solidFill>
            <a:srgbClr val="90C226">
              <a:alpha val="29803"/>
            </a:srgbClr>
          </a:solidFill>
          <a:ln>
            <a:noFill/>
          </a:ln>
        </p:spPr>
      </p:sp>
      <p:sp>
        <p:nvSpPr>
          <p:cNvPr id="130" name="Google Shape;130;p3"/>
          <p:cNvSpPr/>
          <p:nvPr/>
        </p:nvSpPr>
        <p:spPr>
          <a:xfrm>
            <a:off x="14405165" y="-12700"/>
            <a:ext cx="3882865" cy="10299668"/>
          </a:xfrm>
          <a:custGeom>
            <a:rect b="b" l="l" r="r" t="t"/>
            <a:pathLst>
              <a:path extrusionOk="0" h="13732890" w="5177155">
                <a:moveTo>
                  <a:pt x="0" y="0"/>
                </a:moveTo>
                <a:lnTo>
                  <a:pt x="5177155" y="0"/>
                </a:lnTo>
                <a:lnTo>
                  <a:pt x="5177155" y="13732890"/>
                </a:lnTo>
                <a:lnTo>
                  <a:pt x="2418969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90C226">
              <a:alpha val="19607"/>
            </a:srgbClr>
          </a:solidFill>
          <a:ln>
            <a:noFill/>
          </a:ln>
        </p:spPr>
      </p:sp>
      <p:sp>
        <p:nvSpPr>
          <p:cNvPr id="131" name="Google Shape;131;p3"/>
          <p:cNvSpPr/>
          <p:nvPr/>
        </p:nvSpPr>
        <p:spPr>
          <a:xfrm>
            <a:off x="13398501" y="4572000"/>
            <a:ext cx="4889468" cy="5715000"/>
          </a:xfrm>
          <a:custGeom>
            <a:rect b="b" l="l" r="r" t="t"/>
            <a:pathLst>
              <a:path extrusionOk="0" h="7620000" w="6519291">
                <a:moveTo>
                  <a:pt x="0" y="7620000"/>
                </a:moveTo>
                <a:lnTo>
                  <a:pt x="6519291" y="0"/>
                </a:lnTo>
                <a:lnTo>
                  <a:pt x="6519291" y="7620000"/>
                </a:lnTo>
                <a:close/>
              </a:path>
            </a:pathLst>
          </a:custGeom>
          <a:solidFill>
            <a:srgbClr val="54A021">
              <a:alpha val="71764"/>
            </a:srgbClr>
          </a:solidFill>
          <a:ln>
            <a:noFill/>
          </a:ln>
        </p:spPr>
      </p:sp>
      <p:sp>
        <p:nvSpPr>
          <p:cNvPr id="132" name="Google Shape;132;p3"/>
          <p:cNvSpPr/>
          <p:nvPr/>
        </p:nvSpPr>
        <p:spPr>
          <a:xfrm>
            <a:off x="14001752" y="-12700"/>
            <a:ext cx="4281487" cy="10299668"/>
          </a:xfrm>
          <a:custGeom>
            <a:rect b="b" l="l" r="r" t="t"/>
            <a:pathLst>
              <a:path extrusionOk="0" h="13732890" w="5708650">
                <a:moveTo>
                  <a:pt x="0" y="0"/>
                </a:moveTo>
                <a:lnTo>
                  <a:pt x="5708650" y="0"/>
                </a:lnTo>
                <a:lnTo>
                  <a:pt x="5708650" y="13732890"/>
                </a:lnTo>
                <a:lnTo>
                  <a:pt x="4941443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3F7819">
              <a:alpha val="69803"/>
            </a:srgbClr>
          </a:solidFill>
          <a:ln>
            <a:noFill/>
          </a:ln>
        </p:spPr>
      </p:sp>
      <p:sp>
        <p:nvSpPr>
          <p:cNvPr id="133" name="Google Shape;133;p3"/>
          <p:cNvSpPr/>
          <p:nvPr/>
        </p:nvSpPr>
        <p:spPr>
          <a:xfrm>
            <a:off x="16348097" y="-12700"/>
            <a:ext cx="1935194" cy="10299668"/>
          </a:xfrm>
          <a:custGeom>
            <a:rect b="b" l="l" r="r" t="t"/>
            <a:pathLst>
              <a:path extrusionOk="0" h="13732890" w="2580259">
                <a:moveTo>
                  <a:pt x="2039493" y="0"/>
                </a:moveTo>
                <a:lnTo>
                  <a:pt x="2580259" y="0"/>
                </a:lnTo>
                <a:lnTo>
                  <a:pt x="2580259" y="13732890"/>
                </a:lnTo>
                <a:lnTo>
                  <a:pt x="0" y="13732890"/>
                </a:lnTo>
                <a:lnTo>
                  <a:pt x="2039493" y="0"/>
                </a:lnTo>
                <a:close/>
              </a:path>
            </a:pathLst>
          </a:custGeom>
          <a:solidFill>
            <a:srgbClr val="C0E474">
              <a:alpha val="69803"/>
            </a:srgbClr>
          </a:solidFill>
          <a:ln>
            <a:noFill/>
          </a:ln>
        </p:spPr>
      </p:sp>
      <p:sp>
        <p:nvSpPr>
          <p:cNvPr id="134" name="Google Shape;134;p3"/>
          <p:cNvSpPr/>
          <p:nvPr/>
        </p:nvSpPr>
        <p:spPr>
          <a:xfrm>
            <a:off x="16408500" y="-12700"/>
            <a:ext cx="1874711" cy="10299668"/>
          </a:xfrm>
          <a:custGeom>
            <a:rect b="b" l="l" r="r" t="t"/>
            <a:pathLst>
              <a:path extrusionOk="0" h="13732890" w="2499614">
                <a:moveTo>
                  <a:pt x="0" y="0"/>
                </a:moveTo>
                <a:lnTo>
                  <a:pt x="2499614" y="0"/>
                </a:lnTo>
                <a:lnTo>
                  <a:pt x="2499614" y="13732890"/>
                </a:lnTo>
                <a:lnTo>
                  <a:pt x="2218817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90C226">
              <a:alpha val="64705"/>
            </a:srgbClr>
          </a:solidFill>
          <a:ln>
            <a:noFill/>
          </a:ln>
        </p:spPr>
      </p:sp>
      <p:sp>
        <p:nvSpPr>
          <p:cNvPr id="135" name="Google Shape;135;p3"/>
          <p:cNvSpPr/>
          <p:nvPr/>
        </p:nvSpPr>
        <p:spPr>
          <a:xfrm>
            <a:off x="15557501" y="5384801"/>
            <a:ext cx="2725770" cy="4902231"/>
          </a:xfrm>
          <a:custGeom>
            <a:rect b="b" l="l" r="r" t="t"/>
            <a:pathLst>
              <a:path extrusionOk="0" h="6536309" w="3634359">
                <a:moveTo>
                  <a:pt x="0" y="6536309"/>
                </a:moveTo>
                <a:lnTo>
                  <a:pt x="3634359" y="0"/>
                </a:lnTo>
                <a:lnTo>
                  <a:pt x="3634359" y="6536309"/>
                </a:lnTo>
                <a:close/>
              </a:path>
            </a:pathLst>
          </a:custGeom>
          <a:solidFill>
            <a:srgbClr val="90C226">
              <a:alpha val="80000"/>
            </a:srgbClr>
          </a:solidFill>
          <a:ln>
            <a:noFill/>
          </a:ln>
        </p:spPr>
      </p:sp>
      <p:sp>
        <p:nvSpPr>
          <p:cNvPr id="136" name="Google Shape;136;p3"/>
          <p:cNvSpPr/>
          <p:nvPr/>
        </p:nvSpPr>
        <p:spPr>
          <a:xfrm rot="10800000">
            <a:off x="22" y="-23"/>
            <a:ext cx="1263872" cy="8499254"/>
          </a:xfrm>
          <a:custGeom>
            <a:rect b="b" l="l" r="r" t="t"/>
            <a:pathLst>
              <a:path extrusionOk="0" h="11332337" w="1685163">
                <a:moveTo>
                  <a:pt x="0" y="11332337"/>
                </a:moveTo>
                <a:lnTo>
                  <a:pt x="1685163" y="0"/>
                </a:lnTo>
                <a:lnTo>
                  <a:pt x="1685163" y="11332337"/>
                </a:lnTo>
                <a:close/>
              </a:path>
            </a:pathLst>
          </a:custGeom>
          <a:solidFill>
            <a:srgbClr val="90C226">
              <a:alpha val="84705"/>
            </a:srgbClr>
          </a:solidFill>
          <a:ln>
            <a:noFill/>
          </a:ln>
        </p:spPr>
      </p:sp>
      <p:sp>
        <p:nvSpPr>
          <p:cNvPr id="137" name="Google Shape;137;p3"/>
          <p:cNvSpPr/>
          <p:nvPr/>
        </p:nvSpPr>
        <p:spPr>
          <a:xfrm>
            <a:off x="6404780" y="20"/>
            <a:ext cx="11883220" cy="10286980"/>
          </a:xfrm>
          <a:custGeom>
            <a:rect b="b" l="l" r="r" t="t"/>
            <a:pathLst>
              <a:path extrusionOk="0" h="10286980" w="11883220">
                <a:moveTo>
                  <a:pt x="0" y="0"/>
                </a:moveTo>
                <a:lnTo>
                  <a:pt x="11883220" y="0"/>
                </a:lnTo>
                <a:lnTo>
                  <a:pt x="11883220" y="10286980"/>
                </a:lnTo>
                <a:lnTo>
                  <a:pt x="0" y="102869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6106" r="-17619" t="-9997"/>
            </a:stretch>
          </a:blipFill>
          <a:ln>
            <a:noFill/>
          </a:ln>
        </p:spPr>
      </p:sp>
      <p:sp>
        <p:nvSpPr>
          <p:cNvPr id="138" name="Google Shape;138;p3"/>
          <p:cNvSpPr txBox="1"/>
          <p:nvPr/>
        </p:nvSpPr>
        <p:spPr>
          <a:xfrm>
            <a:off x="1094740" y="2544668"/>
            <a:ext cx="5949404" cy="3481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90C226"/>
                </a:solidFill>
                <a:latin typeface="Trebuchet MS"/>
                <a:ea typeface="Trebuchet MS"/>
                <a:cs typeface="Trebuchet MS"/>
                <a:sym typeface="Trebuchet MS"/>
              </a:rPr>
              <a:t>Protocolos de capa 2</a:t>
            </a:r>
            <a:endParaRPr/>
          </a:p>
        </p:txBody>
      </p:sp>
      <p:cxnSp>
        <p:nvCxnSpPr>
          <p:cNvPr id="139" name="Google Shape;139;p3"/>
          <p:cNvCxnSpPr/>
          <p:nvPr/>
        </p:nvCxnSpPr>
        <p:spPr>
          <a:xfrm rot="4790100">
            <a:off x="9735719" y="5143500"/>
            <a:ext cx="10470397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" name="Google Shape;140;p3"/>
          <p:cNvCxnSpPr/>
          <p:nvPr/>
        </p:nvCxnSpPr>
        <p:spPr>
          <a:xfrm rot="8776047">
            <a:off x="10403178" y="7904559"/>
            <a:ext cx="8614780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1" name="Google Shape;141;p3"/>
          <p:cNvSpPr/>
          <p:nvPr/>
        </p:nvSpPr>
        <p:spPr>
          <a:xfrm>
            <a:off x="13772214" y="-12700"/>
            <a:ext cx="4511040" cy="10299668"/>
          </a:xfrm>
          <a:custGeom>
            <a:rect b="b" l="l" r="r" t="t"/>
            <a:pathLst>
              <a:path extrusionOk="0" h="13732890" w="6014720">
                <a:moveTo>
                  <a:pt x="4091051" y="0"/>
                </a:moveTo>
                <a:lnTo>
                  <a:pt x="6014720" y="0"/>
                </a:lnTo>
                <a:lnTo>
                  <a:pt x="6014720" y="13732890"/>
                </a:lnTo>
                <a:lnTo>
                  <a:pt x="0" y="13732890"/>
                </a:lnTo>
                <a:lnTo>
                  <a:pt x="4091051" y="0"/>
                </a:lnTo>
                <a:close/>
              </a:path>
            </a:pathLst>
          </a:custGeom>
          <a:solidFill>
            <a:srgbClr val="90C226">
              <a:alpha val="29803"/>
            </a:srgbClr>
          </a:solidFill>
          <a:ln>
            <a:noFill/>
          </a:ln>
        </p:spPr>
      </p:sp>
      <p:sp>
        <p:nvSpPr>
          <p:cNvPr id="142" name="Google Shape;142;p3"/>
          <p:cNvSpPr/>
          <p:nvPr/>
        </p:nvSpPr>
        <p:spPr>
          <a:xfrm>
            <a:off x="14405162" y="-12700"/>
            <a:ext cx="3882867" cy="10299668"/>
          </a:xfrm>
          <a:custGeom>
            <a:rect b="b" l="l" r="r" t="t"/>
            <a:pathLst>
              <a:path extrusionOk="0" h="13732890" w="5177155">
                <a:moveTo>
                  <a:pt x="0" y="0"/>
                </a:moveTo>
                <a:lnTo>
                  <a:pt x="5177155" y="0"/>
                </a:lnTo>
                <a:lnTo>
                  <a:pt x="5177155" y="13732890"/>
                </a:lnTo>
                <a:lnTo>
                  <a:pt x="2418969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90C226">
              <a:alpha val="19607"/>
            </a:srgbClr>
          </a:solidFill>
          <a:ln>
            <a:noFill/>
          </a:ln>
        </p:spPr>
      </p:sp>
      <p:sp>
        <p:nvSpPr>
          <p:cNvPr id="143" name="Google Shape;143;p3"/>
          <p:cNvSpPr/>
          <p:nvPr/>
        </p:nvSpPr>
        <p:spPr>
          <a:xfrm>
            <a:off x="13398498" y="4572000"/>
            <a:ext cx="4889468" cy="5715000"/>
          </a:xfrm>
          <a:custGeom>
            <a:rect b="b" l="l" r="r" t="t"/>
            <a:pathLst>
              <a:path extrusionOk="0" h="7620000" w="6519291">
                <a:moveTo>
                  <a:pt x="0" y="7620000"/>
                </a:moveTo>
                <a:lnTo>
                  <a:pt x="6519291" y="0"/>
                </a:lnTo>
                <a:lnTo>
                  <a:pt x="6519291" y="7620000"/>
                </a:lnTo>
                <a:close/>
              </a:path>
            </a:pathLst>
          </a:custGeom>
          <a:solidFill>
            <a:srgbClr val="54A021">
              <a:alpha val="71764"/>
            </a:srgbClr>
          </a:solidFill>
          <a:ln>
            <a:noFill/>
          </a:ln>
        </p:spPr>
      </p:sp>
      <p:sp>
        <p:nvSpPr>
          <p:cNvPr id="144" name="Google Shape;144;p3"/>
          <p:cNvSpPr/>
          <p:nvPr/>
        </p:nvSpPr>
        <p:spPr>
          <a:xfrm>
            <a:off x="14001750" y="-12700"/>
            <a:ext cx="4281487" cy="10299668"/>
          </a:xfrm>
          <a:custGeom>
            <a:rect b="b" l="l" r="r" t="t"/>
            <a:pathLst>
              <a:path extrusionOk="0" h="13732890" w="5708650">
                <a:moveTo>
                  <a:pt x="0" y="0"/>
                </a:moveTo>
                <a:lnTo>
                  <a:pt x="5708650" y="0"/>
                </a:lnTo>
                <a:lnTo>
                  <a:pt x="5708650" y="13732890"/>
                </a:lnTo>
                <a:lnTo>
                  <a:pt x="4941443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3F7819">
              <a:alpha val="46666"/>
            </a:srgbClr>
          </a:solidFill>
          <a:ln>
            <a:noFill/>
          </a:ln>
        </p:spPr>
      </p:sp>
      <p:sp>
        <p:nvSpPr>
          <p:cNvPr id="145" name="Google Shape;145;p3"/>
          <p:cNvSpPr/>
          <p:nvPr/>
        </p:nvSpPr>
        <p:spPr>
          <a:xfrm>
            <a:off x="16348094" y="-12700"/>
            <a:ext cx="1935195" cy="10299668"/>
          </a:xfrm>
          <a:custGeom>
            <a:rect b="b" l="l" r="r" t="t"/>
            <a:pathLst>
              <a:path extrusionOk="0" h="13732890" w="2580259">
                <a:moveTo>
                  <a:pt x="2039493" y="0"/>
                </a:moveTo>
                <a:lnTo>
                  <a:pt x="2580259" y="0"/>
                </a:lnTo>
                <a:lnTo>
                  <a:pt x="2580259" y="13732890"/>
                </a:lnTo>
                <a:lnTo>
                  <a:pt x="0" y="13732890"/>
                </a:lnTo>
                <a:lnTo>
                  <a:pt x="2039493" y="0"/>
                </a:lnTo>
                <a:close/>
              </a:path>
            </a:pathLst>
          </a:custGeom>
          <a:solidFill>
            <a:srgbClr val="C0E474">
              <a:alpha val="69803"/>
            </a:srgbClr>
          </a:solidFill>
          <a:ln>
            <a:noFill/>
          </a:ln>
        </p:spPr>
      </p:sp>
      <p:sp>
        <p:nvSpPr>
          <p:cNvPr id="146" name="Google Shape;146;p3"/>
          <p:cNvSpPr/>
          <p:nvPr/>
        </p:nvSpPr>
        <p:spPr>
          <a:xfrm>
            <a:off x="16408498" y="-12700"/>
            <a:ext cx="1874710" cy="10299668"/>
          </a:xfrm>
          <a:custGeom>
            <a:rect b="b" l="l" r="r" t="t"/>
            <a:pathLst>
              <a:path extrusionOk="0" h="13732890" w="2499614">
                <a:moveTo>
                  <a:pt x="0" y="0"/>
                </a:moveTo>
                <a:lnTo>
                  <a:pt x="2499614" y="0"/>
                </a:lnTo>
                <a:lnTo>
                  <a:pt x="2499614" y="13732890"/>
                </a:lnTo>
                <a:lnTo>
                  <a:pt x="2218817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90C226">
              <a:alpha val="64705"/>
            </a:srgbClr>
          </a:solidFill>
          <a:ln>
            <a:noFill/>
          </a:ln>
        </p:spPr>
      </p:sp>
      <p:sp>
        <p:nvSpPr>
          <p:cNvPr id="147" name="Google Shape;147;p3"/>
          <p:cNvSpPr/>
          <p:nvPr/>
        </p:nvSpPr>
        <p:spPr>
          <a:xfrm>
            <a:off x="15557498" y="5384800"/>
            <a:ext cx="2725770" cy="4902231"/>
          </a:xfrm>
          <a:custGeom>
            <a:rect b="b" l="l" r="r" t="t"/>
            <a:pathLst>
              <a:path extrusionOk="0" h="6536309" w="3634359">
                <a:moveTo>
                  <a:pt x="0" y="6536309"/>
                </a:moveTo>
                <a:lnTo>
                  <a:pt x="3634359" y="0"/>
                </a:lnTo>
                <a:lnTo>
                  <a:pt x="3634359" y="6536309"/>
                </a:lnTo>
                <a:close/>
              </a:path>
            </a:pathLst>
          </a:custGeom>
          <a:solidFill>
            <a:srgbClr val="90C226">
              <a:alpha val="80000"/>
            </a:srgbClr>
          </a:solidFill>
          <a:ln>
            <a:noFill/>
          </a:ln>
        </p:spPr>
      </p:sp>
      <p:grpSp>
        <p:nvGrpSpPr>
          <p:cNvPr id="148" name="Google Shape;148;p3"/>
          <p:cNvGrpSpPr/>
          <p:nvPr/>
        </p:nvGrpSpPr>
        <p:grpSpPr>
          <a:xfrm>
            <a:off x="13135308" y="9886890"/>
            <a:ext cx="5152739" cy="400145"/>
            <a:chOff x="0" y="0"/>
            <a:chExt cx="6870319" cy="533527"/>
          </a:xfrm>
        </p:grpSpPr>
        <p:sp>
          <p:nvSpPr>
            <p:cNvPr id="149" name="Google Shape;149;p3"/>
            <p:cNvSpPr/>
            <p:nvPr/>
          </p:nvSpPr>
          <p:spPr>
            <a:xfrm>
              <a:off x="0" y="0"/>
              <a:ext cx="6870319" cy="533527"/>
            </a:xfrm>
            <a:custGeom>
              <a:rect b="b" l="l" r="r" t="t"/>
              <a:pathLst>
                <a:path extrusionOk="0" h="533527" w="6870319">
                  <a:moveTo>
                    <a:pt x="0" y="0"/>
                  </a:moveTo>
                  <a:lnTo>
                    <a:pt x="6870319" y="0"/>
                  </a:lnTo>
                  <a:lnTo>
                    <a:pt x="6870319" y="533527"/>
                  </a:lnTo>
                  <a:lnTo>
                    <a:pt x="0" y="53352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50" name="Google Shape;150;p3"/>
            <p:cNvSpPr txBox="1"/>
            <p:nvPr/>
          </p:nvSpPr>
          <p:spPr>
            <a:xfrm>
              <a:off x="0" y="0"/>
              <a:ext cx="6870256" cy="5334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2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99" u="sng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Esta foto</a:t>
              </a:r>
              <a:r>
                <a:rPr b="0" i="0" lang="en-US" sz="1399" u="none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de Autor desconocido está bajo licencia </a:t>
              </a:r>
              <a:r>
                <a:rPr b="0" i="0" lang="en-US" sz="1399" u="sng" cap="none" strike="noStrike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CC BY-SA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5" name="Google Shape;155;p4"/>
          <p:cNvCxnSpPr/>
          <p:nvPr/>
        </p:nvCxnSpPr>
        <p:spPr>
          <a:xfrm rot="4791364">
            <a:off x="9738483" y="5143500"/>
            <a:ext cx="10464869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" name="Google Shape;156;p4"/>
          <p:cNvCxnSpPr/>
          <p:nvPr/>
        </p:nvCxnSpPr>
        <p:spPr>
          <a:xfrm rot="8776574">
            <a:off x="10406482" y="7904560"/>
            <a:ext cx="8608174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p4"/>
          <p:cNvSpPr/>
          <p:nvPr/>
        </p:nvSpPr>
        <p:spPr>
          <a:xfrm>
            <a:off x="13772214" y="-12700"/>
            <a:ext cx="4511041" cy="10299668"/>
          </a:xfrm>
          <a:custGeom>
            <a:rect b="b" l="l" r="r" t="t"/>
            <a:pathLst>
              <a:path extrusionOk="0" h="13732890" w="6014720">
                <a:moveTo>
                  <a:pt x="4091051" y="0"/>
                </a:moveTo>
                <a:lnTo>
                  <a:pt x="6014720" y="0"/>
                </a:lnTo>
                <a:lnTo>
                  <a:pt x="6014720" y="13732890"/>
                </a:lnTo>
                <a:lnTo>
                  <a:pt x="0" y="13732890"/>
                </a:lnTo>
                <a:lnTo>
                  <a:pt x="4091051" y="0"/>
                </a:lnTo>
                <a:close/>
              </a:path>
            </a:pathLst>
          </a:custGeom>
          <a:solidFill>
            <a:srgbClr val="90C226">
              <a:alpha val="29803"/>
            </a:srgbClr>
          </a:solidFill>
          <a:ln>
            <a:noFill/>
          </a:ln>
        </p:spPr>
      </p:sp>
      <p:sp>
        <p:nvSpPr>
          <p:cNvPr id="158" name="Google Shape;158;p4"/>
          <p:cNvSpPr/>
          <p:nvPr/>
        </p:nvSpPr>
        <p:spPr>
          <a:xfrm>
            <a:off x="14405163" y="-12700"/>
            <a:ext cx="3882866" cy="10299668"/>
          </a:xfrm>
          <a:custGeom>
            <a:rect b="b" l="l" r="r" t="t"/>
            <a:pathLst>
              <a:path extrusionOk="0" h="13732890" w="5177155">
                <a:moveTo>
                  <a:pt x="0" y="0"/>
                </a:moveTo>
                <a:lnTo>
                  <a:pt x="5177155" y="0"/>
                </a:lnTo>
                <a:lnTo>
                  <a:pt x="5177155" y="13732890"/>
                </a:lnTo>
                <a:lnTo>
                  <a:pt x="2418969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90C226">
              <a:alpha val="19607"/>
            </a:srgbClr>
          </a:solidFill>
          <a:ln>
            <a:noFill/>
          </a:ln>
        </p:spPr>
      </p:sp>
      <p:sp>
        <p:nvSpPr>
          <p:cNvPr id="159" name="Google Shape;159;p4"/>
          <p:cNvSpPr/>
          <p:nvPr/>
        </p:nvSpPr>
        <p:spPr>
          <a:xfrm>
            <a:off x="13398499" y="4572000"/>
            <a:ext cx="4889469" cy="5715000"/>
          </a:xfrm>
          <a:custGeom>
            <a:rect b="b" l="l" r="r" t="t"/>
            <a:pathLst>
              <a:path extrusionOk="0" h="7620000" w="6519291">
                <a:moveTo>
                  <a:pt x="0" y="7620000"/>
                </a:moveTo>
                <a:lnTo>
                  <a:pt x="6519291" y="0"/>
                </a:lnTo>
                <a:lnTo>
                  <a:pt x="6519291" y="7620000"/>
                </a:lnTo>
                <a:close/>
              </a:path>
            </a:pathLst>
          </a:custGeom>
          <a:solidFill>
            <a:srgbClr val="54A021">
              <a:alpha val="71764"/>
            </a:srgbClr>
          </a:solidFill>
          <a:ln>
            <a:noFill/>
          </a:ln>
        </p:spPr>
      </p:sp>
      <p:sp>
        <p:nvSpPr>
          <p:cNvPr id="160" name="Google Shape;160;p4"/>
          <p:cNvSpPr/>
          <p:nvPr/>
        </p:nvSpPr>
        <p:spPr>
          <a:xfrm>
            <a:off x="14001750" y="-12700"/>
            <a:ext cx="4281488" cy="10299668"/>
          </a:xfrm>
          <a:custGeom>
            <a:rect b="b" l="l" r="r" t="t"/>
            <a:pathLst>
              <a:path extrusionOk="0" h="13732890" w="5708650">
                <a:moveTo>
                  <a:pt x="0" y="0"/>
                </a:moveTo>
                <a:lnTo>
                  <a:pt x="5708650" y="0"/>
                </a:lnTo>
                <a:lnTo>
                  <a:pt x="5708650" y="13732890"/>
                </a:lnTo>
                <a:lnTo>
                  <a:pt x="4941443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3F7819">
              <a:alpha val="69803"/>
            </a:srgbClr>
          </a:solidFill>
          <a:ln>
            <a:noFill/>
          </a:ln>
        </p:spPr>
      </p:sp>
      <p:sp>
        <p:nvSpPr>
          <p:cNvPr id="161" name="Google Shape;161;p4"/>
          <p:cNvSpPr/>
          <p:nvPr/>
        </p:nvSpPr>
        <p:spPr>
          <a:xfrm>
            <a:off x="16348095" y="-12700"/>
            <a:ext cx="1935194" cy="10299668"/>
          </a:xfrm>
          <a:custGeom>
            <a:rect b="b" l="l" r="r" t="t"/>
            <a:pathLst>
              <a:path extrusionOk="0" h="13732890" w="2580259">
                <a:moveTo>
                  <a:pt x="2039493" y="0"/>
                </a:moveTo>
                <a:lnTo>
                  <a:pt x="2580259" y="0"/>
                </a:lnTo>
                <a:lnTo>
                  <a:pt x="2580259" y="13732890"/>
                </a:lnTo>
                <a:lnTo>
                  <a:pt x="0" y="13732890"/>
                </a:lnTo>
                <a:lnTo>
                  <a:pt x="2039493" y="0"/>
                </a:lnTo>
                <a:close/>
              </a:path>
            </a:pathLst>
          </a:custGeom>
          <a:solidFill>
            <a:srgbClr val="C0E474">
              <a:alpha val="69803"/>
            </a:srgbClr>
          </a:solidFill>
          <a:ln>
            <a:noFill/>
          </a:ln>
        </p:spPr>
      </p:sp>
      <p:sp>
        <p:nvSpPr>
          <p:cNvPr id="162" name="Google Shape;162;p4"/>
          <p:cNvSpPr/>
          <p:nvPr/>
        </p:nvSpPr>
        <p:spPr>
          <a:xfrm>
            <a:off x="16408499" y="-12700"/>
            <a:ext cx="1874710" cy="10299668"/>
          </a:xfrm>
          <a:custGeom>
            <a:rect b="b" l="l" r="r" t="t"/>
            <a:pathLst>
              <a:path extrusionOk="0" h="13732890" w="2499614">
                <a:moveTo>
                  <a:pt x="0" y="0"/>
                </a:moveTo>
                <a:lnTo>
                  <a:pt x="2499614" y="0"/>
                </a:lnTo>
                <a:lnTo>
                  <a:pt x="2499614" y="13732890"/>
                </a:lnTo>
                <a:lnTo>
                  <a:pt x="2218817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90C226">
              <a:alpha val="64705"/>
            </a:srgbClr>
          </a:solidFill>
          <a:ln>
            <a:noFill/>
          </a:ln>
        </p:spPr>
      </p:sp>
      <p:sp>
        <p:nvSpPr>
          <p:cNvPr id="163" name="Google Shape;163;p4"/>
          <p:cNvSpPr/>
          <p:nvPr/>
        </p:nvSpPr>
        <p:spPr>
          <a:xfrm>
            <a:off x="15557499" y="5384801"/>
            <a:ext cx="2725769" cy="4902231"/>
          </a:xfrm>
          <a:custGeom>
            <a:rect b="b" l="l" r="r" t="t"/>
            <a:pathLst>
              <a:path extrusionOk="0" h="6536309" w="3634359">
                <a:moveTo>
                  <a:pt x="0" y="6536309"/>
                </a:moveTo>
                <a:lnTo>
                  <a:pt x="3634359" y="0"/>
                </a:lnTo>
                <a:lnTo>
                  <a:pt x="3634359" y="6536309"/>
                </a:lnTo>
                <a:close/>
              </a:path>
            </a:pathLst>
          </a:custGeom>
          <a:solidFill>
            <a:srgbClr val="90C226">
              <a:alpha val="80000"/>
            </a:srgbClr>
          </a:solidFill>
          <a:ln>
            <a:noFill/>
          </a:ln>
        </p:spPr>
      </p:sp>
      <p:sp>
        <p:nvSpPr>
          <p:cNvPr id="164" name="Google Shape;164;p4"/>
          <p:cNvSpPr/>
          <p:nvPr/>
        </p:nvSpPr>
        <p:spPr>
          <a:xfrm>
            <a:off x="0" y="6019800"/>
            <a:ext cx="673132" cy="4267200"/>
          </a:xfrm>
          <a:custGeom>
            <a:rect b="b" l="l" r="r" t="t"/>
            <a:pathLst>
              <a:path extrusionOk="0" h="5689600" w="897509">
                <a:moveTo>
                  <a:pt x="0" y="5689600"/>
                </a:moveTo>
                <a:lnTo>
                  <a:pt x="0" y="0"/>
                </a:lnTo>
                <a:lnTo>
                  <a:pt x="897509" y="5689600"/>
                </a:lnTo>
                <a:close/>
              </a:path>
            </a:pathLst>
          </a:custGeom>
          <a:solidFill>
            <a:srgbClr val="90C226">
              <a:alpha val="84705"/>
            </a:srgbClr>
          </a:solidFill>
          <a:ln>
            <a:noFill/>
          </a:ln>
        </p:spPr>
      </p:sp>
      <p:sp>
        <p:nvSpPr>
          <p:cNvPr id="165" name="Google Shape;165;p4"/>
          <p:cNvSpPr txBox="1"/>
          <p:nvPr/>
        </p:nvSpPr>
        <p:spPr>
          <a:xfrm>
            <a:off x="1784350" y="1809945"/>
            <a:ext cx="10109200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90C226"/>
                </a:solidFill>
                <a:latin typeface="Trebuchet MS"/>
                <a:ea typeface="Trebuchet MS"/>
                <a:cs typeface="Trebuchet MS"/>
                <a:sym typeface="Trebuchet MS"/>
              </a:rPr>
              <a:t>STP (Spanning Tree Protocol)</a:t>
            </a:r>
            <a:endParaRPr/>
          </a:p>
        </p:txBody>
      </p:sp>
      <p:sp>
        <p:nvSpPr>
          <p:cNvPr id="166" name="Google Shape;166;p4"/>
          <p:cNvSpPr txBox="1"/>
          <p:nvPr/>
        </p:nvSpPr>
        <p:spPr>
          <a:xfrm>
            <a:off x="1784350" y="4033901"/>
            <a:ext cx="7071358" cy="21713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7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33944"/>
                </a:solidFill>
                <a:latin typeface="Verdana"/>
                <a:ea typeface="Verdana"/>
                <a:cs typeface="Verdana"/>
                <a:sym typeface="Verdana"/>
              </a:rPr>
              <a:t>El objetivo del STP es mantener una red libre de  bucles.</a:t>
            </a:r>
            <a:endParaRPr/>
          </a:p>
          <a:p>
            <a:pPr indent="0" lvl="0" marL="0" marR="0" rtl="0" algn="just">
              <a:lnSpc>
                <a:spcPct val="137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33944"/>
                </a:solidFill>
                <a:latin typeface="Verdana"/>
                <a:ea typeface="Verdana"/>
                <a:cs typeface="Verdana"/>
                <a:sym typeface="Verdana"/>
              </a:rPr>
              <a:t>Un camino libre de bucles se consigue cuando un  dispositivo es capaz de reconocer un bucle en la  topología y bloquear uno o más puertos  redundantes.</a:t>
            </a:r>
            <a:endParaRPr/>
          </a:p>
        </p:txBody>
      </p:sp>
      <p:sp>
        <p:nvSpPr>
          <p:cNvPr id="167" name="Google Shape;167;p4"/>
          <p:cNvSpPr/>
          <p:nvPr/>
        </p:nvSpPr>
        <p:spPr>
          <a:xfrm>
            <a:off x="9346550" y="3449850"/>
            <a:ext cx="8038998" cy="5427598"/>
          </a:xfrm>
          <a:custGeom>
            <a:rect b="b" l="l" r="r" t="t"/>
            <a:pathLst>
              <a:path extrusionOk="0" h="5427598" w="8038998">
                <a:moveTo>
                  <a:pt x="0" y="0"/>
                </a:moveTo>
                <a:lnTo>
                  <a:pt x="8038998" y="0"/>
                </a:lnTo>
                <a:lnTo>
                  <a:pt x="8038998" y="5427598"/>
                </a:lnTo>
                <a:lnTo>
                  <a:pt x="0" y="54275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2" name="Google Shape;172;p5"/>
          <p:cNvCxnSpPr/>
          <p:nvPr/>
        </p:nvCxnSpPr>
        <p:spPr>
          <a:xfrm rot="4791364">
            <a:off x="9738483" y="5143500"/>
            <a:ext cx="10464869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3" name="Google Shape;173;p5"/>
          <p:cNvCxnSpPr/>
          <p:nvPr/>
        </p:nvCxnSpPr>
        <p:spPr>
          <a:xfrm rot="8776574">
            <a:off x="10406482" y="7904560"/>
            <a:ext cx="8608174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5"/>
          <p:cNvSpPr/>
          <p:nvPr/>
        </p:nvSpPr>
        <p:spPr>
          <a:xfrm>
            <a:off x="13772214" y="-12700"/>
            <a:ext cx="4511041" cy="10299668"/>
          </a:xfrm>
          <a:custGeom>
            <a:rect b="b" l="l" r="r" t="t"/>
            <a:pathLst>
              <a:path extrusionOk="0" h="13732890" w="6014720">
                <a:moveTo>
                  <a:pt x="4091051" y="0"/>
                </a:moveTo>
                <a:lnTo>
                  <a:pt x="6014720" y="0"/>
                </a:lnTo>
                <a:lnTo>
                  <a:pt x="6014720" y="13732890"/>
                </a:lnTo>
                <a:lnTo>
                  <a:pt x="0" y="13732890"/>
                </a:lnTo>
                <a:lnTo>
                  <a:pt x="4091051" y="0"/>
                </a:lnTo>
                <a:close/>
              </a:path>
            </a:pathLst>
          </a:custGeom>
          <a:solidFill>
            <a:srgbClr val="90C226">
              <a:alpha val="29803"/>
            </a:srgbClr>
          </a:solidFill>
          <a:ln>
            <a:noFill/>
          </a:ln>
        </p:spPr>
      </p:sp>
      <p:sp>
        <p:nvSpPr>
          <p:cNvPr id="175" name="Google Shape;175;p5"/>
          <p:cNvSpPr/>
          <p:nvPr/>
        </p:nvSpPr>
        <p:spPr>
          <a:xfrm>
            <a:off x="14405163" y="-12700"/>
            <a:ext cx="3882866" cy="10299668"/>
          </a:xfrm>
          <a:custGeom>
            <a:rect b="b" l="l" r="r" t="t"/>
            <a:pathLst>
              <a:path extrusionOk="0" h="13732890" w="5177155">
                <a:moveTo>
                  <a:pt x="0" y="0"/>
                </a:moveTo>
                <a:lnTo>
                  <a:pt x="5177155" y="0"/>
                </a:lnTo>
                <a:lnTo>
                  <a:pt x="5177155" y="13732890"/>
                </a:lnTo>
                <a:lnTo>
                  <a:pt x="2418969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90C226">
              <a:alpha val="19607"/>
            </a:srgbClr>
          </a:solidFill>
          <a:ln>
            <a:noFill/>
          </a:ln>
        </p:spPr>
      </p:sp>
      <p:sp>
        <p:nvSpPr>
          <p:cNvPr id="176" name="Google Shape;176;p5"/>
          <p:cNvSpPr/>
          <p:nvPr/>
        </p:nvSpPr>
        <p:spPr>
          <a:xfrm>
            <a:off x="13398499" y="4572000"/>
            <a:ext cx="4889469" cy="5715000"/>
          </a:xfrm>
          <a:custGeom>
            <a:rect b="b" l="l" r="r" t="t"/>
            <a:pathLst>
              <a:path extrusionOk="0" h="7620000" w="6519291">
                <a:moveTo>
                  <a:pt x="0" y="7620000"/>
                </a:moveTo>
                <a:lnTo>
                  <a:pt x="6519291" y="0"/>
                </a:lnTo>
                <a:lnTo>
                  <a:pt x="6519291" y="7620000"/>
                </a:lnTo>
                <a:close/>
              </a:path>
            </a:pathLst>
          </a:custGeom>
          <a:solidFill>
            <a:srgbClr val="54A021">
              <a:alpha val="71764"/>
            </a:srgbClr>
          </a:solidFill>
          <a:ln>
            <a:noFill/>
          </a:ln>
        </p:spPr>
      </p:sp>
      <p:sp>
        <p:nvSpPr>
          <p:cNvPr id="177" name="Google Shape;177;p5"/>
          <p:cNvSpPr/>
          <p:nvPr/>
        </p:nvSpPr>
        <p:spPr>
          <a:xfrm>
            <a:off x="14001750" y="-12700"/>
            <a:ext cx="4281488" cy="10299668"/>
          </a:xfrm>
          <a:custGeom>
            <a:rect b="b" l="l" r="r" t="t"/>
            <a:pathLst>
              <a:path extrusionOk="0" h="13732890" w="5708650">
                <a:moveTo>
                  <a:pt x="0" y="0"/>
                </a:moveTo>
                <a:lnTo>
                  <a:pt x="5708650" y="0"/>
                </a:lnTo>
                <a:lnTo>
                  <a:pt x="5708650" y="13732890"/>
                </a:lnTo>
                <a:lnTo>
                  <a:pt x="4941443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3F7819">
              <a:alpha val="69803"/>
            </a:srgbClr>
          </a:solidFill>
          <a:ln>
            <a:noFill/>
          </a:ln>
        </p:spPr>
      </p:sp>
      <p:sp>
        <p:nvSpPr>
          <p:cNvPr id="178" name="Google Shape;178;p5"/>
          <p:cNvSpPr/>
          <p:nvPr/>
        </p:nvSpPr>
        <p:spPr>
          <a:xfrm>
            <a:off x="16348095" y="-12700"/>
            <a:ext cx="1935194" cy="10299668"/>
          </a:xfrm>
          <a:custGeom>
            <a:rect b="b" l="l" r="r" t="t"/>
            <a:pathLst>
              <a:path extrusionOk="0" h="13732890" w="2580259">
                <a:moveTo>
                  <a:pt x="2039493" y="0"/>
                </a:moveTo>
                <a:lnTo>
                  <a:pt x="2580259" y="0"/>
                </a:lnTo>
                <a:lnTo>
                  <a:pt x="2580259" y="13732890"/>
                </a:lnTo>
                <a:lnTo>
                  <a:pt x="0" y="13732890"/>
                </a:lnTo>
                <a:lnTo>
                  <a:pt x="2039493" y="0"/>
                </a:lnTo>
                <a:close/>
              </a:path>
            </a:pathLst>
          </a:custGeom>
          <a:solidFill>
            <a:srgbClr val="C0E474">
              <a:alpha val="69803"/>
            </a:srgbClr>
          </a:solidFill>
          <a:ln>
            <a:noFill/>
          </a:ln>
        </p:spPr>
      </p:sp>
      <p:sp>
        <p:nvSpPr>
          <p:cNvPr id="179" name="Google Shape;179;p5"/>
          <p:cNvSpPr/>
          <p:nvPr/>
        </p:nvSpPr>
        <p:spPr>
          <a:xfrm>
            <a:off x="16408499" y="-12700"/>
            <a:ext cx="1874710" cy="10299668"/>
          </a:xfrm>
          <a:custGeom>
            <a:rect b="b" l="l" r="r" t="t"/>
            <a:pathLst>
              <a:path extrusionOk="0" h="13732890" w="2499614">
                <a:moveTo>
                  <a:pt x="0" y="0"/>
                </a:moveTo>
                <a:lnTo>
                  <a:pt x="2499614" y="0"/>
                </a:lnTo>
                <a:lnTo>
                  <a:pt x="2499614" y="13732890"/>
                </a:lnTo>
                <a:lnTo>
                  <a:pt x="2218817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90C226">
              <a:alpha val="64705"/>
            </a:srgbClr>
          </a:solidFill>
          <a:ln>
            <a:noFill/>
          </a:ln>
        </p:spPr>
      </p:sp>
      <p:sp>
        <p:nvSpPr>
          <p:cNvPr id="180" name="Google Shape;180;p5"/>
          <p:cNvSpPr/>
          <p:nvPr/>
        </p:nvSpPr>
        <p:spPr>
          <a:xfrm>
            <a:off x="15557499" y="5384801"/>
            <a:ext cx="2725769" cy="4902231"/>
          </a:xfrm>
          <a:custGeom>
            <a:rect b="b" l="l" r="r" t="t"/>
            <a:pathLst>
              <a:path extrusionOk="0" h="6536309" w="3634359">
                <a:moveTo>
                  <a:pt x="0" y="6536309"/>
                </a:moveTo>
                <a:lnTo>
                  <a:pt x="3634359" y="0"/>
                </a:lnTo>
                <a:lnTo>
                  <a:pt x="3634359" y="6536309"/>
                </a:lnTo>
                <a:close/>
              </a:path>
            </a:pathLst>
          </a:custGeom>
          <a:solidFill>
            <a:srgbClr val="90C226">
              <a:alpha val="80000"/>
            </a:srgbClr>
          </a:solidFill>
          <a:ln>
            <a:noFill/>
          </a:ln>
        </p:spPr>
      </p:sp>
      <p:sp>
        <p:nvSpPr>
          <p:cNvPr id="181" name="Google Shape;181;p5"/>
          <p:cNvSpPr/>
          <p:nvPr/>
        </p:nvSpPr>
        <p:spPr>
          <a:xfrm>
            <a:off x="0" y="6019800"/>
            <a:ext cx="673132" cy="4267200"/>
          </a:xfrm>
          <a:custGeom>
            <a:rect b="b" l="l" r="r" t="t"/>
            <a:pathLst>
              <a:path extrusionOk="0" h="5689600" w="897509">
                <a:moveTo>
                  <a:pt x="0" y="5689600"/>
                </a:moveTo>
                <a:lnTo>
                  <a:pt x="0" y="0"/>
                </a:lnTo>
                <a:lnTo>
                  <a:pt x="897509" y="5689600"/>
                </a:lnTo>
                <a:close/>
              </a:path>
            </a:pathLst>
          </a:custGeom>
          <a:solidFill>
            <a:srgbClr val="90C226">
              <a:alpha val="84705"/>
            </a:srgbClr>
          </a:solidFill>
          <a:ln>
            <a:noFill/>
          </a:ln>
        </p:spPr>
      </p:sp>
      <p:sp>
        <p:nvSpPr>
          <p:cNvPr id="182" name="Google Shape;182;p5"/>
          <p:cNvSpPr txBox="1"/>
          <p:nvPr/>
        </p:nvSpPr>
        <p:spPr>
          <a:xfrm>
            <a:off x="8419246" y="1911348"/>
            <a:ext cx="5423022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90C226"/>
                </a:solidFill>
                <a:latin typeface="Trebuchet MS"/>
                <a:ea typeface="Trebuchet MS"/>
                <a:cs typeface="Trebuchet MS"/>
                <a:sym typeface="Trebuchet MS"/>
              </a:rPr>
              <a:t>Nota</a:t>
            </a:r>
            <a:endParaRPr/>
          </a:p>
        </p:txBody>
      </p:sp>
      <p:sp>
        <p:nvSpPr>
          <p:cNvPr id="183" name="Google Shape;183;p5"/>
          <p:cNvSpPr txBox="1"/>
          <p:nvPr/>
        </p:nvSpPr>
        <p:spPr>
          <a:xfrm>
            <a:off x="7905784" y="3277077"/>
            <a:ext cx="5913778" cy="2876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5754" lvl="1" marL="65151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700"/>
              <a:buFont typeface="Arial"/>
              <a:buChar char="•"/>
            </a:pPr>
            <a:r>
              <a:rPr b="0" i="0" lang="en-US" sz="27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El término </a:t>
            </a:r>
            <a:r>
              <a:rPr b="1" i="0" lang="en-US" sz="27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converger</a:t>
            </a:r>
            <a:r>
              <a:rPr b="0" i="0" lang="en-US" sz="27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 se refiere al proceso en el cuál los switches colectivamente realizan algún cambio en la topología de la red y determinan qué necesitan cambiar, qué puertos bloquear y por que puertos reenviar.</a:t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40" y="20"/>
            <a:ext cx="8092400" cy="10286980"/>
          </a:xfrm>
          <a:custGeom>
            <a:rect b="b" l="l" r="r" t="t"/>
            <a:pathLst>
              <a:path extrusionOk="0" h="10286980" w="8092400">
                <a:moveTo>
                  <a:pt x="0" y="0"/>
                </a:moveTo>
                <a:lnTo>
                  <a:pt x="8092400" y="0"/>
                </a:lnTo>
                <a:lnTo>
                  <a:pt x="8092400" y="10286980"/>
                </a:lnTo>
                <a:lnTo>
                  <a:pt x="0" y="102869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9239" r="-30246" t="0"/>
            </a:stretch>
          </a:blipFill>
          <a:ln>
            <a:noFill/>
          </a:ln>
        </p:spPr>
      </p:sp>
      <p:sp>
        <p:nvSpPr>
          <p:cNvPr id="185" name="Google Shape;185;p5"/>
          <p:cNvSpPr/>
          <p:nvPr/>
        </p:nvSpPr>
        <p:spPr>
          <a:xfrm rot="10800000">
            <a:off x="22" y="-22"/>
            <a:ext cx="1263872" cy="8499252"/>
          </a:xfrm>
          <a:custGeom>
            <a:rect b="b" l="l" r="r" t="t"/>
            <a:pathLst>
              <a:path extrusionOk="0" h="11332337" w="1685163">
                <a:moveTo>
                  <a:pt x="0" y="11332337"/>
                </a:moveTo>
                <a:lnTo>
                  <a:pt x="1685163" y="0"/>
                </a:lnTo>
                <a:lnTo>
                  <a:pt x="1685163" y="11332337"/>
                </a:lnTo>
                <a:close/>
              </a:path>
            </a:pathLst>
          </a:custGeom>
          <a:solidFill>
            <a:srgbClr val="90C226"/>
          </a:solid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0" name="Google Shape;190;p6"/>
          <p:cNvCxnSpPr/>
          <p:nvPr/>
        </p:nvCxnSpPr>
        <p:spPr>
          <a:xfrm rot="4791364">
            <a:off x="9738483" y="5143500"/>
            <a:ext cx="10464869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1" name="Google Shape;191;p6"/>
          <p:cNvCxnSpPr/>
          <p:nvPr/>
        </p:nvCxnSpPr>
        <p:spPr>
          <a:xfrm rot="8776574">
            <a:off x="10406482" y="7904560"/>
            <a:ext cx="8608174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" name="Google Shape;192;p6"/>
          <p:cNvSpPr/>
          <p:nvPr/>
        </p:nvSpPr>
        <p:spPr>
          <a:xfrm>
            <a:off x="13772214" y="-12700"/>
            <a:ext cx="4511041" cy="10299668"/>
          </a:xfrm>
          <a:custGeom>
            <a:rect b="b" l="l" r="r" t="t"/>
            <a:pathLst>
              <a:path extrusionOk="0" h="13732890" w="6014720">
                <a:moveTo>
                  <a:pt x="4091051" y="0"/>
                </a:moveTo>
                <a:lnTo>
                  <a:pt x="6014720" y="0"/>
                </a:lnTo>
                <a:lnTo>
                  <a:pt x="6014720" y="13732890"/>
                </a:lnTo>
                <a:lnTo>
                  <a:pt x="0" y="13732890"/>
                </a:lnTo>
                <a:lnTo>
                  <a:pt x="4091051" y="0"/>
                </a:lnTo>
                <a:close/>
              </a:path>
            </a:pathLst>
          </a:custGeom>
          <a:solidFill>
            <a:srgbClr val="90C226">
              <a:alpha val="29803"/>
            </a:srgbClr>
          </a:solidFill>
          <a:ln>
            <a:noFill/>
          </a:ln>
        </p:spPr>
      </p:sp>
      <p:sp>
        <p:nvSpPr>
          <p:cNvPr id="193" name="Google Shape;193;p6"/>
          <p:cNvSpPr/>
          <p:nvPr/>
        </p:nvSpPr>
        <p:spPr>
          <a:xfrm>
            <a:off x="14405163" y="-12700"/>
            <a:ext cx="3882866" cy="10299668"/>
          </a:xfrm>
          <a:custGeom>
            <a:rect b="b" l="l" r="r" t="t"/>
            <a:pathLst>
              <a:path extrusionOk="0" h="13732890" w="5177155">
                <a:moveTo>
                  <a:pt x="0" y="0"/>
                </a:moveTo>
                <a:lnTo>
                  <a:pt x="5177155" y="0"/>
                </a:lnTo>
                <a:lnTo>
                  <a:pt x="5177155" y="13732890"/>
                </a:lnTo>
                <a:lnTo>
                  <a:pt x="2418969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90C226">
              <a:alpha val="19607"/>
            </a:srgbClr>
          </a:solidFill>
          <a:ln>
            <a:noFill/>
          </a:ln>
        </p:spPr>
      </p:sp>
      <p:sp>
        <p:nvSpPr>
          <p:cNvPr id="194" name="Google Shape;194;p6"/>
          <p:cNvSpPr/>
          <p:nvPr/>
        </p:nvSpPr>
        <p:spPr>
          <a:xfrm>
            <a:off x="13398499" y="4572000"/>
            <a:ext cx="4889469" cy="5715000"/>
          </a:xfrm>
          <a:custGeom>
            <a:rect b="b" l="l" r="r" t="t"/>
            <a:pathLst>
              <a:path extrusionOk="0" h="7620000" w="6519291">
                <a:moveTo>
                  <a:pt x="0" y="7620000"/>
                </a:moveTo>
                <a:lnTo>
                  <a:pt x="6519291" y="0"/>
                </a:lnTo>
                <a:lnTo>
                  <a:pt x="6519291" y="7620000"/>
                </a:lnTo>
                <a:close/>
              </a:path>
            </a:pathLst>
          </a:custGeom>
          <a:solidFill>
            <a:srgbClr val="54A021">
              <a:alpha val="71764"/>
            </a:srgbClr>
          </a:solidFill>
          <a:ln>
            <a:noFill/>
          </a:ln>
        </p:spPr>
      </p:sp>
      <p:sp>
        <p:nvSpPr>
          <p:cNvPr id="195" name="Google Shape;195;p6"/>
          <p:cNvSpPr/>
          <p:nvPr/>
        </p:nvSpPr>
        <p:spPr>
          <a:xfrm>
            <a:off x="14001750" y="-12700"/>
            <a:ext cx="4281488" cy="10299668"/>
          </a:xfrm>
          <a:custGeom>
            <a:rect b="b" l="l" r="r" t="t"/>
            <a:pathLst>
              <a:path extrusionOk="0" h="13732890" w="5708650">
                <a:moveTo>
                  <a:pt x="0" y="0"/>
                </a:moveTo>
                <a:lnTo>
                  <a:pt x="5708650" y="0"/>
                </a:lnTo>
                <a:lnTo>
                  <a:pt x="5708650" y="13732890"/>
                </a:lnTo>
                <a:lnTo>
                  <a:pt x="4941443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3F7819">
              <a:alpha val="69803"/>
            </a:srgbClr>
          </a:solidFill>
          <a:ln>
            <a:noFill/>
          </a:ln>
        </p:spPr>
      </p:sp>
      <p:sp>
        <p:nvSpPr>
          <p:cNvPr id="196" name="Google Shape;196;p6"/>
          <p:cNvSpPr/>
          <p:nvPr/>
        </p:nvSpPr>
        <p:spPr>
          <a:xfrm>
            <a:off x="16348095" y="-12700"/>
            <a:ext cx="1935194" cy="10299668"/>
          </a:xfrm>
          <a:custGeom>
            <a:rect b="b" l="l" r="r" t="t"/>
            <a:pathLst>
              <a:path extrusionOk="0" h="13732890" w="2580259">
                <a:moveTo>
                  <a:pt x="2039493" y="0"/>
                </a:moveTo>
                <a:lnTo>
                  <a:pt x="2580259" y="0"/>
                </a:lnTo>
                <a:lnTo>
                  <a:pt x="2580259" y="13732890"/>
                </a:lnTo>
                <a:lnTo>
                  <a:pt x="0" y="13732890"/>
                </a:lnTo>
                <a:lnTo>
                  <a:pt x="2039493" y="0"/>
                </a:lnTo>
                <a:close/>
              </a:path>
            </a:pathLst>
          </a:custGeom>
          <a:solidFill>
            <a:srgbClr val="C0E474">
              <a:alpha val="69803"/>
            </a:srgbClr>
          </a:solidFill>
          <a:ln>
            <a:noFill/>
          </a:ln>
        </p:spPr>
      </p:sp>
      <p:sp>
        <p:nvSpPr>
          <p:cNvPr id="197" name="Google Shape;197;p6"/>
          <p:cNvSpPr/>
          <p:nvPr/>
        </p:nvSpPr>
        <p:spPr>
          <a:xfrm>
            <a:off x="16408499" y="-12700"/>
            <a:ext cx="1874710" cy="10299668"/>
          </a:xfrm>
          <a:custGeom>
            <a:rect b="b" l="l" r="r" t="t"/>
            <a:pathLst>
              <a:path extrusionOk="0" h="13732890" w="2499614">
                <a:moveTo>
                  <a:pt x="0" y="0"/>
                </a:moveTo>
                <a:lnTo>
                  <a:pt x="2499614" y="0"/>
                </a:lnTo>
                <a:lnTo>
                  <a:pt x="2499614" y="13732890"/>
                </a:lnTo>
                <a:lnTo>
                  <a:pt x="2218817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90C226">
              <a:alpha val="64705"/>
            </a:srgbClr>
          </a:solidFill>
          <a:ln>
            <a:noFill/>
          </a:ln>
        </p:spPr>
      </p:sp>
      <p:sp>
        <p:nvSpPr>
          <p:cNvPr id="198" name="Google Shape;198;p6"/>
          <p:cNvSpPr/>
          <p:nvPr/>
        </p:nvSpPr>
        <p:spPr>
          <a:xfrm>
            <a:off x="15557499" y="5384801"/>
            <a:ext cx="2725769" cy="4902231"/>
          </a:xfrm>
          <a:custGeom>
            <a:rect b="b" l="l" r="r" t="t"/>
            <a:pathLst>
              <a:path extrusionOk="0" h="6536309" w="3634359">
                <a:moveTo>
                  <a:pt x="0" y="6536309"/>
                </a:moveTo>
                <a:lnTo>
                  <a:pt x="3634359" y="0"/>
                </a:lnTo>
                <a:lnTo>
                  <a:pt x="3634359" y="6536309"/>
                </a:lnTo>
                <a:close/>
              </a:path>
            </a:pathLst>
          </a:custGeom>
          <a:solidFill>
            <a:srgbClr val="90C226">
              <a:alpha val="80000"/>
            </a:srgbClr>
          </a:solidFill>
          <a:ln>
            <a:noFill/>
          </a:ln>
        </p:spPr>
      </p:sp>
      <p:sp>
        <p:nvSpPr>
          <p:cNvPr id="199" name="Google Shape;199;p6"/>
          <p:cNvSpPr/>
          <p:nvPr/>
        </p:nvSpPr>
        <p:spPr>
          <a:xfrm>
            <a:off x="0" y="6019800"/>
            <a:ext cx="673132" cy="4267200"/>
          </a:xfrm>
          <a:custGeom>
            <a:rect b="b" l="l" r="r" t="t"/>
            <a:pathLst>
              <a:path extrusionOk="0" h="5689600" w="897509">
                <a:moveTo>
                  <a:pt x="0" y="5689600"/>
                </a:moveTo>
                <a:lnTo>
                  <a:pt x="0" y="0"/>
                </a:lnTo>
                <a:lnTo>
                  <a:pt x="897509" y="5689600"/>
                </a:lnTo>
                <a:close/>
              </a:path>
            </a:pathLst>
          </a:custGeom>
          <a:solidFill>
            <a:srgbClr val="90C226">
              <a:alpha val="84705"/>
            </a:srgbClr>
          </a:solidFill>
          <a:ln>
            <a:noFill/>
          </a:ln>
        </p:spPr>
      </p:sp>
      <p:sp>
        <p:nvSpPr>
          <p:cNvPr id="200" name="Google Shape;200;p6"/>
          <p:cNvSpPr txBox="1"/>
          <p:nvPr/>
        </p:nvSpPr>
        <p:spPr>
          <a:xfrm>
            <a:off x="1107442" y="950595"/>
            <a:ext cx="12712122" cy="1899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90C226"/>
                </a:solidFill>
                <a:latin typeface="Trebuchet MS"/>
                <a:ea typeface="Trebuchet MS"/>
                <a:cs typeface="Trebuchet MS"/>
                <a:sym typeface="Trebuchet MS"/>
              </a:rPr>
              <a:t>Bloqueo de puertos para evitar bucles</a:t>
            </a:r>
            <a:endParaRPr/>
          </a:p>
        </p:txBody>
      </p:sp>
      <p:sp>
        <p:nvSpPr>
          <p:cNvPr descr="Lo que hace STP/RSTP: Bloqueo de puertos para evitar Loops" id="201" name="Google Shape;201;p6"/>
          <p:cNvSpPr/>
          <p:nvPr/>
        </p:nvSpPr>
        <p:spPr>
          <a:xfrm>
            <a:off x="1981200" y="1943100"/>
            <a:ext cx="10668000" cy="8001002"/>
          </a:xfrm>
          <a:custGeom>
            <a:rect b="b" l="l" r="r" t="t"/>
            <a:pathLst>
              <a:path extrusionOk="0" h="8001002" w="10668000">
                <a:moveTo>
                  <a:pt x="0" y="0"/>
                </a:moveTo>
                <a:lnTo>
                  <a:pt x="10668000" y="0"/>
                </a:lnTo>
                <a:lnTo>
                  <a:pt x="10668000" y="8001002"/>
                </a:lnTo>
                <a:lnTo>
                  <a:pt x="0" y="8001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6" name="Google Shape;206;p7"/>
          <p:cNvCxnSpPr/>
          <p:nvPr/>
        </p:nvCxnSpPr>
        <p:spPr>
          <a:xfrm rot="4791364">
            <a:off x="9738483" y="5143500"/>
            <a:ext cx="10464869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" name="Google Shape;207;p7"/>
          <p:cNvCxnSpPr/>
          <p:nvPr/>
        </p:nvCxnSpPr>
        <p:spPr>
          <a:xfrm rot="8776574">
            <a:off x="10406482" y="7904560"/>
            <a:ext cx="8608174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7"/>
          <p:cNvSpPr/>
          <p:nvPr/>
        </p:nvSpPr>
        <p:spPr>
          <a:xfrm>
            <a:off x="13772214" y="-12700"/>
            <a:ext cx="4511041" cy="10299668"/>
          </a:xfrm>
          <a:custGeom>
            <a:rect b="b" l="l" r="r" t="t"/>
            <a:pathLst>
              <a:path extrusionOk="0" h="13732890" w="6014720">
                <a:moveTo>
                  <a:pt x="4091051" y="0"/>
                </a:moveTo>
                <a:lnTo>
                  <a:pt x="6014720" y="0"/>
                </a:lnTo>
                <a:lnTo>
                  <a:pt x="6014720" y="13732890"/>
                </a:lnTo>
                <a:lnTo>
                  <a:pt x="0" y="13732890"/>
                </a:lnTo>
                <a:lnTo>
                  <a:pt x="4091051" y="0"/>
                </a:lnTo>
                <a:close/>
              </a:path>
            </a:pathLst>
          </a:custGeom>
          <a:solidFill>
            <a:srgbClr val="90C226">
              <a:alpha val="29803"/>
            </a:srgbClr>
          </a:solidFill>
          <a:ln>
            <a:noFill/>
          </a:ln>
        </p:spPr>
      </p:sp>
      <p:sp>
        <p:nvSpPr>
          <p:cNvPr id="209" name="Google Shape;209;p7"/>
          <p:cNvSpPr/>
          <p:nvPr/>
        </p:nvSpPr>
        <p:spPr>
          <a:xfrm>
            <a:off x="14405163" y="-12700"/>
            <a:ext cx="3882866" cy="10299668"/>
          </a:xfrm>
          <a:custGeom>
            <a:rect b="b" l="l" r="r" t="t"/>
            <a:pathLst>
              <a:path extrusionOk="0" h="13732890" w="5177155">
                <a:moveTo>
                  <a:pt x="0" y="0"/>
                </a:moveTo>
                <a:lnTo>
                  <a:pt x="5177155" y="0"/>
                </a:lnTo>
                <a:lnTo>
                  <a:pt x="5177155" y="13732890"/>
                </a:lnTo>
                <a:lnTo>
                  <a:pt x="2418969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90C226">
              <a:alpha val="19607"/>
            </a:srgbClr>
          </a:solidFill>
          <a:ln>
            <a:noFill/>
          </a:ln>
        </p:spPr>
      </p:sp>
      <p:sp>
        <p:nvSpPr>
          <p:cNvPr id="210" name="Google Shape;210;p7"/>
          <p:cNvSpPr/>
          <p:nvPr/>
        </p:nvSpPr>
        <p:spPr>
          <a:xfrm>
            <a:off x="13398499" y="4572000"/>
            <a:ext cx="4889469" cy="5715000"/>
          </a:xfrm>
          <a:custGeom>
            <a:rect b="b" l="l" r="r" t="t"/>
            <a:pathLst>
              <a:path extrusionOk="0" h="7620000" w="6519291">
                <a:moveTo>
                  <a:pt x="0" y="7620000"/>
                </a:moveTo>
                <a:lnTo>
                  <a:pt x="6519291" y="0"/>
                </a:lnTo>
                <a:lnTo>
                  <a:pt x="6519291" y="7620000"/>
                </a:lnTo>
                <a:close/>
              </a:path>
            </a:pathLst>
          </a:custGeom>
          <a:solidFill>
            <a:srgbClr val="54A021">
              <a:alpha val="71764"/>
            </a:srgbClr>
          </a:solidFill>
          <a:ln>
            <a:noFill/>
          </a:ln>
        </p:spPr>
      </p:sp>
      <p:sp>
        <p:nvSpPr>
          <p:cNvPr id="211" name="Google Shape;211;p7"/>
          <p:cNvSpPr/>
          <p:nvPr/>
        </p:nvSpPr>
        <p:spPr>
          <a:xfrm>
            <a:off x="14001750" y="-12700"/>
            <a:ext cx="4281488" cy="10299668"/>
          </a:xfrm>
          <a:custGeom>
            <a:rect b="b" l="l" r="r" t="t"/>
            <a:pathLst>
              <a:path extrusionOk="0" h="13732890" w="5708650">
                <a:moveTo>
                  <a:pt x="0" y="0"/>
                </a:moveTo>
                <a:lnTo>
                  <a:pt x="5708650" y="0"/>
                </a:lnTo>
                <a:lnTo>
                  <a:pt x="5708650" y="13732890"/>
                </a:lnTo>
                <a:lnTo>
                  <a:pt x="4941443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3F7819">
              <a:alpha val="69803"/>
            </a:srgbClr>
          </a:solidFill>
          <a:ln>
            <a:noFill/>
          </a:ln>
        </p:spPr>
      </p:sp>
      <p:sp>
        <p:nvSpPr>
          <p:cNvPr id="212" name="Google Shape;212;p7"/>
          <p:cNvSpPr/>
          <p:nvPr/>
        </p:nvSpPr>
        <p:spPr>
          <a:xfrm>
            <a:off x="16348095" y="-12700"/>
            <a:ext cx="1935194" cy="10299668"/>
          </a:xfrm>
          <a:custGeom>
            <a:rect b="b" l="l" r="r" t="t"/>
            <a:pathLst>
              <a:path extrusionOk="0" h="13732890" w="2580259">
                <a:moveTo>
                  <a:pt x="2039493" y="0"/>
                </a:moveTo>
                <a:lnTo>
                  <a:pt x="2580259" y="0"/>
                </a:lnTo>
                <a:lnTo>
                  <a:pt x="2580259" y="13732890"/>
                </a:lnTo>
                <a:lnTo>
                  <a:pt x="0" y="13732890"/>
                </a:lnTo>
                <a:lnTo>
                  <a:pt x="2039493" y="0"/>
                </a:lnTo>
                <a:close/>
              </a:path>
            </a:pathLst>
          </a:custGeom>
          <a:solidFill>
            <a:srgbClr val="C0E474">
              <a:alpha val="69803"/>
            </a:srgbClr>
          </a:solidFill>
          <a:ln>
            <a:noFill/>
          </a:ln>
        </p:spPr>
      </p:sp>
      <p:sp>
        <p:nvSpPr>
          <p:cNvPr id="213" name="Google Shape;213;p7"/>
          <p:cNvSpPr/>
          <p:nvPr/>
        </p:nvSpPr>
        <p:spPr>
          <a:xfrm>
            <a:off x="16408499" y="-12700"/>
            <a:ext cx="1874710" cy="10299668"/>
          </a:xfrm>
          <a:custGeom>
            <a:rect b="b" l="l" r="r" t="t"/>
            <a:pathLst>
              <a:path extrusionOk="0" h="13732890" w="2499614">
                <a:moveTo>
                  <a:pt x="0" y="0"/>
                </a:moveTo>
                <a:lnTo>
                  <a:pt x="2499614" y="0"/>
                </a:lnTo>
                <a:lnTo>
                  <a:pt x="2499614" y="13732890"/>
                </a:lnTo>
                <a:lnTo>
                  <a:pt x="2218817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90C226">
              <a:alpha val="64705"/>
            </a:srgbClr>
          </a:solidFill>
          <a:ln>
            <a:noFill/>
          </a:ln>
        </p:spPr>
      </p:sp>
      <p:sp>
        <p:nvSpPr>
          <p:cNvPr id="214" name="Google Shape;214;p7"/>
          <p:cNvSpPr/>
          <p:nvPr/>
        </p:nvSpPr>
        <p:spPr>
          <a:xfrm>
            <a:off x="15557499" y="5384801"/>
            <a:ext cx="2725769" cy="4902231"/>
          </a:xfrm>
          <a:custGeom>
            <a:rect b="b" l="l" r="r" t="t"/>
            <a:pathLst>
              <a:path extrusionOk="0" h="6536309" w="3634359">
                <a:moveTo>
                  <a:pt x="0" y="6536309"/>
                </a:moveTo>
                <a:lnTo>
                  <a:pt x="3634359" y="0"/>
                </a:lnTo>
                <a:lnTo>
                  <a:pt x="3634359" y="6536309"/>
                </a:lnTo>
                <a:close/>
              </a:path>
            </a:pathLst>
          </a:custGeom>
          <a:solidFill>
            <a:srgbClr val="90C226">
              <a:alpha val="80000"/>
            </a:srgbClr>
          </a:solidFill>
          <a:ln>
            <a:noFill/>
          </a:ln>
        </p:spPr>
      </p:sp>
      <p:sp>
        <p:nvSpPr>
          <p:cNvPr id="215" name="Google Shape;215;p7"/>
          <p:cNvSpPr/>
          <p:nvPr/>
        </p:nvSpPr>
        <p:spPr>
          <a:xfrm>
            <a:off x="0" y="6019800"/>
            <a:ext cx="673132" cy="4267200"/>
          </a:xfrm>
          <a:custGeom>
            <a:rect b="b" l="l" r="r" t="t"/>
            <a:pathLst>
              <a:path extrusionOk="0" h="5689600" w="897509">
                <a:moveTo>
                  <a:pt x="0" y="5689600"/>
                </a:moveTo>
                <a:lnTo>
                  <a:pt x="0" y="0"/>
                </a:lnTo>
                <a:lnTo>
                  <a:pt x="897509" y="5689600"/>
                </a:lnTo>
                <a:close/>
              </a:path>
            </a:pathLst>
          </a:custGeom>
          <a:solidFill>
            <a:srgbClr val="90C226">
              <a:alpha val="84705"/>
            </a:srgbClr>
          </a:solidFill>
          <a:ln>
            <a:noFill/>
          </a:ln>
        </p:spPr>
      </p:sp>
      <p:sp>
        <p:nvSpPr>
          <p:cNvPr id="216" name="Google Shape;216;p7"/>
          <p:cNvSpPr txBox="1"/>
          <p:nvPr/>
        </p:nvSpPr>
        <p:spPr>
          <a:xfrm>
            <a:off x="1107442" y="950595"/>
            <a:ext cx="12712122" cy="1899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90C226"/>
                </a:solidFill>
                <a:latin typeface="Trebuchet MS"/>
                <a:ea typeface="Trebuchet MS"/>
                <a:cs typeface="Trebuchet MS"/>
                <a:sym typeface="Trebuchet MS"/>
              </a:rPr>
              <a:t>¿Cómo trabaja STP?</a:t>
            </a:r>
            <a:endParaRPr/>
          </a:p>
        </p:txBody>
      </p:sp>
      <p:sp>
        <p:nvSpPr>
          <p:cNvPr id="217" name="Google Shape;217;p7"/>
          <p:cNvSpPr txBox="1"/>
          <p:nvPr/>
        </p:nvSpPr>
        <p:spPr>
          <a:xfrm>
            <a:off x="1107442" y="2269115"/>
            <a:ext cx="12712122" cy="5739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5754" lvl="1" marL="65151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700"/>
              <a:buFont typeface="Trebuchet MS"/>
              <a:buAutoNum type="arabicPeriod"/>
            </a:pPr>
            <a:r>
              <a:rPr b="0" i="0" lang="en-US" sz="27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Elección del Switch Raíz</a:t>
            </a:r>
            <a:endParaRPr/>
          </a:p>
          <a:p>
            <a:pPr indent="-325754" lvl="1" marL="65151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700"/>
              <a:buFont typeface="Trebuchet MS"/>
              <a:buAutoNum type="arabicPeriod"/>
            </a:pPr>
            <a:r>
              <a:rPr b="0" i="0" lang="en-US" sz="27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Cálculo de los Costos de los Caminos</a:t>
            </a:r>
            <a:endParaRPr/>
          </a:p>
          <a:p>
            <a:pPr indent="-325754" lvl="1" marL="65151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700"/>
              <a:buFont typeface="Trebuchet MS"/>
              <a:buAutoNum type="arabicPeriod"/>
            </a:pPr>
            <a:r>
              <a:rPr b="0" i="0" lang="en-US" sz="27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Bloqueo de Puertos Redundantes</a:t>
            </a:r>
            <a:endParaRPr/>
          </a:p>
          <a:p>
            <a:pPr indent="-325754" lvl="1" marL="65151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700"/>
              <a:buFont typeface="Trebuchet MS"/>
              <a:buAutoNum type="arabicPeriod"/>
            </a:pPr>
            <a:r>
              <a:rPr b="0" i="0" lang="en-US" sz="27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Detección de Cambios en la Red</a:t>
            </a:r>
            <a:endParaRPr/>
          </a:p>
          <a:p>
            <a:pPr indent="-325755" lvl="1" marL="65151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rgbClr val="40404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5755" lvl="1" marL="65151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Costo</a:t>
            </a:r>
            <a:r>
              <a:rPr b="0" i="0" lang="en-US" sz="27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: es una métrica utilizada para calcular la mejor ruta hacia el switch raíz en una red. Se calcula utilizando la velocidad de la conexión entre dos switches.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2" name="Google Shape;222;p8"/>
          <p:cNvCxnSpPr/>
          <p:nvPr/>
        </p:nvCxnSpPr>
        <p:spPr>
          <a:xfrm rot="4791364">
            <a:off x="9738483" y="5143500"/>
            <a:ext cx="10464869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" name="Google Shape;223;p8"/>
          <p:cNvCxnSpPr/>
          <p:nvPr/>
        </p:nvCxnSpPr>
        <p:spPr>
          <a:xfrm rot="8776574">
            <a:off x="10406482" y="7904560"/>
            <a:ext cx="8608174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p8"/>
          <p:cNvSpPr/>
          <p:nvPr/>
        </p:nvSpPr>
        <p:spPr>
          <a:xfrm>
            <a:off x="13772214" y="-12700"/>
            <a:ext cx="4511041" cy="10299668"/>
          </a:xfrm>
          <a:custGeom>
            <a:rect b="b" l="l" r="r" t="t"/>
            <a:pathLst>
              <a:path extrusionOk="0" h="13732890" w="6014720">
                <a:moveTo>
                  <a:pt x="4091051" y="0"/>
                </a:moveTo>
                <a:lnTo>
                  <a:pt x="6014720" y="0"/>
                </a:lnTo>
                <a:lnTo>
                  <a:pt x="6014720" y="13732890"/>
                </a:lnTo>
                <a:lnTo>
                  <a:pt x="0" y="13732890"/>
                </a:lnTo>
                <a:lnTo>
                  <a:pt x="4091051" y="0"/>
                </a:lnTo>
                <a:close/>
              </a:path>
            </a:pathLst>
          </a:custGeom>
          <a:solidFill>
            <a:srgbClr val="90C226">
              <a:alpha val="29803"/>
            </a:srgbClr>
          </a:solidFill>
          <a:ln>
            <a:noFill/>
          </a:ln>
        </p:spPr>
      </p:sp>
      <p:sp>
        <p:nvSpPr>
          <p:cNvPr id="225" name="Google Shape;225;p8"/>
          <p:cNvSpPr/>
          <p:nvPr/>
        </p:nvSpPr>
        <p:spPr>
          <a:xfrm>
            <a:off x="14405163" y="-12700"/>
            <a:ext cx="3882866" cy="10299668"/>
          </a:xfrm>
          <a:custGeom>
            <a:rect b="b" l="l" r="r" t="t"/>
            <a:pathLst>
              <a:path extrusionOk="0" h="13732890" w="5177155">
                <a:moveTo>
                  <a:pt x="0" y="0"/>
                </a:moveTo>
                <a:lnTo>
                  <a:pt x="5177155" y="0"/>
                </a:lnTo>
                <a:lnTo>
                  <a:pt x="5177155" y="13732890"/>
                </a:lnTo>
                <a:lnTo>
                  <a:pt x="2418969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90C226">
              <a:alpha val="19607"/>
            </a:srgbClr>
          </a:solidFill>
          <a:ln>
            <a:noFill/>
          </a:ln>
        </p:spPr>
      </p:sp>
      <p:sp>
        <p:nvSpPr>
          <p:cNvPr id="226" name="Google Shape;226;p8"/>
          <p:cNvSpPr/>
          <p:nvPr/>
        </p:nvSpPr>
        <p:spPr>
          <a:xfrm>
            <a:off x="13398499" y="4572000"/>
            <a:ext cx="4889469" cy="5715000"/>
          </a:xfrm>
          <a:custGeom>
            <a:rect b="b" l="l" r="r" t="t"/>
            <a:pathLst>
              <a:path extrusionOk="0" h="7620000" w="6519291">
                <a:moveTo>
                  <a:pt x="0" y="7620000"/>
                </a:moveTo>
                <a:lnTo>
                  <a:pt x="6519291" y="0"/>
                </a:lnTo>
                <a:lnTo>
                  <a:pt x="6519291" y="7620000"/>
                </a:lnTo>
                <a:close/>
              </a:path>
            </a:pathLst>
          </a:custGeom>
          <a:solidFill>
            <a:srgbClr val="54A021">
              <a:alpha val="71764"/>
            </a:srgbClr>
          </a:solidFill>
          <a:ln>
            <a:noFill/>
          </a:ln>
        </p:spPr>
      </p:sp>
      <p:sp>
        <p:nvSpPr>
          <p:cNvPr id="227" name="Google Shape;227;p8"/>
          <p:cNvSpPr/>
          <p:nvPr/>
        </p:nvSpPr>
        <p:spPr>
          <a:xfrm>
            <a:off x="14001750" y="-12700"/>
            <a:ext cx="4281488" cy="10299668"/>
          </a:xfrm>
          <a:custGeom>
            <a:rect b="b" l="l" r="r" t="t"/>
            <a:pathLst>
              <a:path extrusionOk="0" h="13732890" w="5708650">
                <a:moveTo>
                  <a:pt x="0" y="0"/>
                </a:moveTo>
                <a:lnTo>
                  <a:pt x="5708650" y="0"/>
                </a:lnTo>
                <a:lnTo>
                  <a:pt x="5708650" y="13732890"/>
                </a:lnTo>
                <a:lnTo>
                  <a:pt x="4941443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3F7819">
              <a:alpha val="69803"/>
            </a:srgbClr>
          </a:solidFill>
          <a:ln>
            <a:noFill/>
          </a:ln>
        </p:spPr>
      </p:sp>
      <p:sp>
        <p:nvSpPr>
          <p:cNvPr id="228" name="Google Shape;228;p8"/>
          <p:cNvSpPr/>
          <p:nvPr/>
        </p:nvSpPr>
        <p:spPr>
          <a:xfrm>
            <a:off x="16348095" y="-12700"/>
            <a:ext cx="1935194" cy="10299668"/>
          </a:xfrm>
          <a:custGeom>
            <a:rect b="b" l="l" r="r" t="t"/>
            <a:pathLst>
              <a:path extrusionOk="0" h="13732890" w="2580259">
                <a:moveTo>
                  <a:pt x="2039493" y="0"/>
                </a:moveTo>
                <a:lnTo>
                  <a:pt x="2580259" y="0"/>
                </a:lnTo>
                <a:lnTo>
                  <a:pt x="2580259" y="13732890"/>
                </a:lnTo>
                <a:lnTo>
                  <a:pt x="0" y="13732890"/>
                </a:lnTo>
                <a:lnTo>
                  <a:pt x="2039493" y="0"/>
                </a:lnTo>
                <a:close/>
              </a:path>
            </a:pathLst>
          </a:custGeom>
          <a:solidFill>
            <a:srgbClr val="C0E474">
              <a:alpha val="69803"/>
            </a:srgbClr>
          </a:solidFill>
          <a:ln>
            <a:noFill/>
          </a:ln>
        </p:spPr>
      </p:sp>
      <p:sp>
        <p:nvSpPr>
          <p:cNvPr id="229" name="Google Shape;229;p8"/>
          <p:cNvSpPr/>
          <p:nvPr/>
        </p:nvSpPr>
        <p:spPr>
          <a:xfrm>
            <a:off x="16408499" y="-12700"/>
            <a:ext cx="1874710" cy="10299668"/>
          </a:xfrm>
          <a:custGeom>
            <a:rect b="b" l="l" r="r" t="t"/>
            <a:pathLst>
              <a:path extrusionOk="0" h="13732890" w="2499614">
                <a:moveTo>
                  <a:pt x="0" y="0"/>
                </a:moveTo>
                <a:lnTo>
                  <a:pt x="2499614" y="0"/>
                </a:lnTo>
                <a:lnTo>
                  <a:pt x="2499614" y="13732890"/>
                </a:lnTo>
                <a:lnTo>
                  <a:pt x="2218817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90C226">
              <a:alpha val="64705"/>
            </a:srgbClr>
          </a:solidFill>
          <a:ln>
            <a:noFill/>
          </a:ln>
        </p:spPr>
      </p:sp>
      <p:sp>
        <p:nvSpPr>
          <p:cNvPr id="230" name="Google Shape;230;p8"/>
          <p:cNvSpPr/>
          <p:nvPr/>
        </p:nvSpPr>
        <p:spPr>
          <a:xfrm>
            <a:off x="15557499" y="5384801"/>
            <a:ext cx="2725769" cy="4902231"/>
          </a:xfrm>
          <a:custGeom>
            <a:rect b="b" l="l" r="r" t="t"/>
            <a:pathLst>
              <a:path extrusionOk="0" h="6536309" w="3634359">
                <a:moveTo>
                  <a:pt x="0" y="6536309"/>
                </a:moveTo>
                <a:lnTo>
                  <a:pt x="3634359" y="0"/>
                </a:lnTo>
                <a:lnTo>
                  <a:pt x="3634359" y="6536309"/>
                </a:lnTo>
                <a:close/>
              </a:path>
            </a:pathLst>
          </a:custGeom>
          <a:solidFill>
            <a:srgbClr val="90C226">
              <a:alpha val="80000"/>
            </a:srgbClr>
          </a:solidFill>
          <a:ln>
            <a:noFill/>
          </a:ln>
        </p:spPr>
      </p:sp>
      <p:sp>
        <p:nvSpPr>
          <p:cNvPr id="231" name="Google Shape;231;p8"/>
          <p:cNvSpPr/>
          <p:nvPr/>
        </p:nvSpPr>
        <p:spPr>
          <a:xfrm>
            <a:off x="0" y="6019800"/>
            <a:ext cx="673132" cy="4267200"/>
          </a:xfrm>
          <a:custGeom>
            <a:rect b="b" l="l" r="r" t="t"/>
            <a:pathLst>
              <a:path extrusionOk="0" h="5689600" w="897509">
                <a:moveTo>
                  <a:pt x="0" y="5689600"/>
                </a:moveTo>
                <a:lnTo>
                  <a:pt x="0" y="0"/>
                </a:lnTo>
                <a:lnTo>
                  <a:pt x="897509" y="5689600"/>
                </a:lnTo>
                <a:close/>
              </a:path>
            </a:pathLst>
          </a:custGeom>
          <a:solidFill>
            <a:srgbClr val="90C226">
              <a:alpha val="84705"/>
            </a:srgbClr>
          </a:solidFill>
          <a:ln>
            <a:noFill/>
          </a:ln>
        </p:spPr>
      </p:sp>
      <p:sp>
        <p:nvSpPr>
          <p:cNvPr id="232" name="Google Shape;232;p8"/>
          <p:cNvSpPr txBox="1"/>
          <p:nvPr/>
        </p:nvSpPr>
        <p:spPr>
          <a:xfrm>
            <a:off x="1784350" y="1356341"/>
            <a:ext cx="11518900" cy="1693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90C226"/>
                </a:solidFill>
                <a:latin typeface="Trebuchet MS"/>
                <a:ea typeface="Trebuchet MS"/>
                <a:cs typeface="Trebuchet MS"/>
                <a:sym typeface="Trebuchet MS"/>
              </a:rPr>
              <a:t>RSTP (Rapid Spanning Tree Protocol)  MSTP (Multi Spanning Tree Protocol)</a:t>
            </a:r>
            <a:endParaRPr/>
          </a:p>
        </p:txBody>
      </p:sp>
      <p:sp>
        <p:nvSpPr>
          <p:cNvPr id="233" name="Google Shape;233;p8"/>
          <p:cNvSpPr txBox="1"/>
          <p:nvPr/>
        </p:nvSpPr>
        <p:spPr>
          <a:xfrm>
            <a:off x="1784350" y="4021582"/>
            <a:ext cx="13809980" cy="2409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33944"/>
                </a:solidFill>
                <a:latin typeface="Arimo"/>
                <a:ea typeface="Arimo"/>
                <a:cs typeface="Arimo"/>
                <a:sym typeface="Arimo"/>
              </a:rPr>
              <a:t>Las diferencias entre el Protocolo de árbol de expansión (STP), el Protocolo de árbol de expansión rápido  (RSTP) y el Protocolo de árbol de expansión múltiple (MSTP) son las siguientes: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233944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22275" lvl="1" marL="8445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3944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33944"/>
                </a:solidFill>
                <a:latin typeface="Arimo"/>
                <a:ea typeface="Arimo"/>
                <a:cs typeface="Arimo"/>
                <a:sym typeface="Arimo"/>
              </a:rPr>
              <a:t>STP: solo soporta una sola instancia.</a:t>
            </a:r>
            <a:endParaRPr/>
          </a:p>
          <a:p>
            <a:pPr indent="-422275" lvl="1" marL="8445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3944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33944"/>
                </a:solidFill>
                <a:latin typeface="Arimo"/>
                <a:ea typeface="Arimo"/>
                <a:cs typeface="Arimo"/>
                <a:sym typeface="Arimo"/>
              </a:rPr>
              <a:t>RSTP: soporta convergencia rápida y una sola instancia.</a:t>
            </a:r>
            <a:endParaRPr/>
          </a:p>
          <a:p>
            <a:pPr indent="-422275" lvl="1" marL="8445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3944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233944"/>
                </a:solidFill>
                <a:latin typeface="Arimo"/>
                <a:ea typeface="Arimo"/>
                <a:cs typeface="Arimo"/>
                <a:sym typeface="Arimo"/>
              </a:rPr>
              <a:t>MSTP: incluye las ventajas de RSTP y admite varias instancias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8" name="Google Shape;238;p9"/>
          <p:cNvCxnSpPr/>
          <p:nvPr/>
        </p:nvCxnSpPr>
        <p:spPr>
          <a:xfrm rot="4791364">
            <a:off x="9738483" y="5143500"/>
            <a:ext cx="10464869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9" name="Google Shape;239;p9"/>
          <p:cNvCxnSpPr/>
          <p:nvPr/>
        </p:nvCxnSpPr>
        <p:spPr>
          <a:xfrm rot="8776574">
            <a:off x="10406482" y="7904560"/>
            <a:ext cx="8608174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" name="Google Shape;240;p9"/>
          <p:cNvSpPr/>
          <p:nvPr/>
        </p:nvSpPr>
        <p:spPr>
          <a:xfrm>
            <a:off x="13772214" y="-12700"/>
            <a:ext cx="4511041" cy="10299668"/>
          </a:xfrm>
          <a:custGeom>
            <a:rect b="b" l="l" r="r" t="t"/>
            <a:pathLst>
              <a:path extrusionOk="0" h="13732890" w="6014720">
                <a:moveTo>
                  <a:pt x="4091051" y="0"/>
                </a:moveTo>
                <a:lnTo>
                  <a:pt x="6014720" y="0"/>
                </a:lnTo>
                <a:lnTo>
                  <a:pt x="6014720" y="13732890"/>
                </a:lnTo>
                <a:lnTo>
                  <a:pt x="0" y="13732890"/>
                </a:lnTo>
                <a:lnTo>
                  <a:pt x="4091051" y="0"/>
                </a:lnTo>
                <a:close/>
              </a:path>
            </a:pathLst>
          </a:custGeom>
          <a:solidFill>
            <a:srgbClr val="90C226">
              <a:alpha val="29803"/>
            </a:srgbClr>
          </a:solidFill>
          <a:ln>
            <a:noFill/>
          </a:ln>
        </p:spPr>
      </p:sp>
      <p:sp>
        <p:nvSpPr>
          <p:cNvPr id="241" name="Google Shape;241;p9"/>
          <p:cNvSpPr/>
          <p:nvPr/>
        </p:nvSpPr>
        <p:spPr>
          <a:xfrm>
            <a:off x="14405163" y="-12700"/>
            <a:ext cx="3882866" cy="10299668"/>
          </a:xfrm>
          <a:custGeom>
            <a:rect b="b" l="l" r="r" t="t"/>
            <a:pathLst>
              <a:path extrusionOk="0" h="13732890" w="5177155">
                <a:moveTo>
                  <a:pt x="0" y="0"/>
                </a:moveTo>
                <a:lnTo>
                  <a:pt x="5177155" y="0"/>
                </a:lnTo>
                <a:lnTo>
                  <a:pt x="5177155" y="13732890"/>
                </a:lnTo>
                <a:lnTo>
                  <a:pt x="2418969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90C226">
              <a:alpha val="19607"/>
            </a:srgbClr>
          </a:solidFill>
          <a:ln>
            <a:noFill/>
          </a:ln>
        </p:spPr>
      </p:sp>
      <p:sp>
        <p:nvSpPr>
          <p:cNvPr id="242" name="Google Shape;242;p9"/>
          <p:cNvSpPr/>
          <p:nvPr/>
        </p:nvSpPr>
        <p:spPr>
          <a:xfrm>
            <a:off x="13398499" y="4572000"/>
            <a:ext cx="4889469" cy="5715000"/>
          </a:xfrm>
          <a:custGeom>
            <a:rect b="b" l="l" r="r" t="t"/>
            <a:pathLst>
              <a:path extrusionOk="0" h="7620000" w="6519291">
                <a:moveTo>
                  <a:pt x="0" y="7620000"/>
                </a:moveTo>
                <a:lnTo>
                  <a:pt x="6519291" y="0"/>
                </a:lnTo>
                <a:lnTo>
                  <a:pt x="6519291" y="7620000"/>
                </a:lnTo>
                <a:close/>
              </a:path>
            </a:pathLst>
          </a:custGeom>
          <a:solidFill>
            <a:srgbClr val="54A021">
              <a:alpha val="71764"/>
            </a:srgbClr>
          </a:solidFill>
          <a:ln>
            <a:noFill/>
          </a:ln>
        </p:spPr>
      </p:sp>
      <p:sp>
        <p:nvSpPr>
          <p:cNvPr id="243" name="Google Shape;243;p9"/>
          <p:cNvSpPr/>
          <p:nvPr/>
        </p:nvSpPr>
        <p:spPr>
          <a:xfrm>
            <a:off x="14001750" y="-12700"/>
            <a:ext cx="4281488" cy="10299668"/>
          </a:xfrm>
          <a:custGeom>
            <a:rect b="b" l="l" r="r" t="t"/>
            <a:pathLst>
              <a:path extrusionOk="0" h="13732890" w="5708650">
                <a:moveTo>
                  <a:pt x="0" y="0"/>
                </a:moveTo>
                <a:lnTo>
                  <a:pt x="5708650" y="0"/>
                </a:lnTo>
                <a:lnTo>
                  <a:pt x="5708650" y="13732890"/>
                </a:lnTo>
                <a:lnTo>
                  <a:pt x="4941443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3F7819">
              <a:alpha val="69803"/>
            </a:srgbClr>
          </a:solidFill>
          <a:ln>
            <a:noFill/>
          </a:ln>
        </p:spPr>
      </p:sp>
      <p:sp>
        <p:nvSpPr>
          <p:cNvPr id="244" name="Google Shape;244;p9"/>
          <p:cNvSpPr/>
          <p:nvPr/>
        </p:nvSpPr>
        <p:spPr>
          <a:xfrm>
            <a:off x="16348095" y="-12700"/>
            <a:ext cx="1935194" cy="10299668"/>
          </a:xfrm>
          <a:custGeom>
            <a:rect b="b" l="l" r="r" t="t"/>
            <a:pathLst>
              <a:path extrusionOk="0" h="13732890" w="2580259">
                <a:moveTo>
                  <a:pt x="2039493" y="0"/>
                </a:moveTo>
                <a:lnTo>
                  <a:pt x="2580259" y="0"/>
                </a:lnTo>
                <a:lnTo>
                  <a:pt x="2580259" y="13732890"/>
                </a:lnTo>
                <a:lnTo>
                  <a:pt x="0" y="13732890"/>
                </a:lnTo>
                <a:lnTo>
                  <a:pt x="2039493" y="0"/>
                </a:lnTo>
                <a:close/>
              </a:path>
            </a:pathLst>
          </a:custGeom>
          <a:solidFill>
            <a:srgbClr val="C0E474">
              <a:alpha val="69803"/>
            </a:srgbClr>
          </a:solidFill>
          <a:ln>
            <a:noFill/>
          </a:ln>
        </p:spPr>
      </p:sp>
      <p:sp>
        <p:nvSpPr>
          <p:cNvPr id="245" name="Google Shape;245;p9"/>
          <p:cNvSpPr/>
          <p:nvPr/>
        </p:nvSpPr>
        <p:spPr>
          <a:xfrm>
            <a:off x="16408499" y="-12700"/>
            <a:ext cx="1874710" cy="10299668"/>
          </a:xfrm>
          <a:custGeom>
            <a:rect b="b" l="l" r="r" t="t"/>
            <a:pathLst>
              <a:path extrusionOk="0" h="13732890" w="2499614">
                <a:moveTo>
                  <a:pt x="0" y="0"/>
                </a:moveTo>
                <a:lnTo>
                  <a:pt x="2499614" y="0"/>
                </a:lnTo>
                <a:lnTo>
                  <a:pt x="2499614" y="13732890"/>
                </a:lnTo>
                <a:lnTo>
                  <a:pt x="2218817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90C226">
              <a:alpha val="64705"/>
            </a:srgbClr>
          </a:solidFill>
          <a:ln>
            <a:noFill/>
          </a:ln>
        </p:spPr>
      </p:sp>
      <p:sp>
        <p:nvSpPr>
          <p:cNvPr id="246" name="Google Shape;246;p9"/>
          <p:cNvSpPr/>
          <p:nvPr/>
        </p:nvSpPr>
        <p:spPr>
          <a:xfrm>
            <a:off x="15557499" y="5384801"/>
            <a:ext cx="2725769" cy="4902231"/>
          </a:xfrm>
          <a:custGeom>
            <a:rect b="b" l="l" r="r" t="t"/>
            <a:pathLst>
              <a:path extrusionOk="0" h="6536309" w="3634359">
                <a:moveTo>
                  <a:pt x="0" y="6536309"/>
                </a:moveTo>
                <a:lnTo>
                  <a:pt x="3634359" y="0"/>
                </a:lnTo>
                <a:lnTo>
                  <a:pt x="3634359" y="6536309"/>
                </a:lnTo>
                <a:close/>
              </a:path>
            </a:pathLst>
          </a:custGeom>
          <a:solidFill>
            <a:srgbClr val="90C226">
              <a:alpha val="80000"/>
            </a:srgbClr>
          </a:solidFill>
          <a:ln>
            <a:noFill/>
          </a:ln>
        </p:spPr>
      </p:sp>
      <p:sp>
        <p:nvSpPr>
          <p:cNvPr id="247" name="Google Shape;247;p9"/>
          <p:cNvSpPr/>
          <p:nvPr/>
        </p:nvSpPr>
        <p:spPr>
          <a:xfrm>
            <a:off x="0" y="6019800"/>
            <a:ext cx="673132" cy="4267200"/>
          </a:xfrm>
          <a:custGeom>
            <a:rect b="b" l="l" r="r" t="t"/>
            <a:pathLst>
              <a:path extrusionOk="0" h="5689600" w="897509">
                <a:moveTo>
                  <a:pt x="0" y="5689600"/>
                </a:moveTo>
                <a:lnTo>
                  <a:pt x="0" y="0"/>
                </a:lnTo>
                <a:lnTo>
                  <a:pt x="897509" y="5689600"/>
                </a:lnTo>
                <a:close/>
              </a:path>
            </a:pathLst>
          </a:custGeom>
          <a:solidFill>
            <a:srgbClr val="90C226">
              <a:alpha val="84705"/>
            </a:srgbClr>
          </a:solidFill>
          <a:ln>
            <a:noFill/>
          </a:ln>
        </p:spPr>
      </p:sp>
      <p:sp>
        <p:nvSpPr>
          <p:cNvPr id="248" name="Google Shape;248;p9"/>
          <p:cNvSpPr txBox="1"/>
          <p:nvPr/>
        </p:nvSpPr>
        <p:spPr>
          <a:xfrm>
            <a:off x="1107442" y="950595"/>
            <a:ext cx="12712122" cy="1899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90C226"/>
                </a:solidFill>
                <a:latin typeface="Trebuchet MS"/>
                <a:ea typeface="Trebuchet MS"/>
                <a:cs typeface="Trebuchet MS"/>
                <a:sym typeface="Trebuchet MS"/>
              </a:rPr>
              <a:t>Comandos para configurar STP</a:t>
            </a:r>
            <a:endParaRPr/>
          </a:p>
        </p:txBody>
      </p:sp>
      <p:sp>
        <p:nvSpPr>
          <p:cNvPr id="249" name="Google Shape;249;p9"/>
          <p:cNvSpPr txBox="1"/>
          <p:nvPr/>
        </p:nvSpPr>
        <p:spPr>
          <a:xfrm>
            <a:off x="1107442" y="3277079"/>
            <a:ext cx="12712122" cy="5739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5754" lvl="1" marL="65151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700"/>
              <a:buFont typeface="Arial"/>
              <a:buChar char="•"/>
            </a:pPr>
            <a:r>
              <a:rPr b="0" i="0" lang="en-US" sz="27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Configure terminal</a:t>
            </a:r>
            <a:endParaRPr/>
          </a:p>
          <a:p>
            <a:pPr indent="-325754" lvl="1" marL="65151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700"/>
              <a:buFont typeface="Arial"/>
              <a:buChar char="•"/>
            </a:pPr>
            <a:r>
              <a:rPr b="0" i="0" lang="en-US" sz="27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spanning-tree mode (pvst | rapid-pvst)</a:t>
            </a:r>
            <a:endParaRPr/>
          </a:p>
          <a:p>
            <a:pPr indent="-325754" lvl="1" marL="65151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700"/>
              <a:buFont typeface="Arial"/>
              <a:buChar char="•"/>
            </a:pPr>
            <a:r>
              <a:rPr b="0" i="0" lang="en-US" sz="27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Exit</a:t>
            </a:r>
            <a:endParaRPr/>
          </a:p>
          <a:p>
            <a:pPr indent="-325754" lvl="1" marL="65151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700"/>
              <a:buFont typeface="Arial"/>
              <a:buChar char="•"/>
            </a:pPr>
            <a:r>
              <a:rPr b="0" i="0" lang="en-US" sz="2700" u="none" cap="none" strike="noStrike">
                <a:solidFill>
                  <a:srgbClr val="404040"/>
                </a:solidFill>
                <a:latin typeface="Trebuchet MS"/>
                <a:ea typeface="Trebuchet MS"/>
                <a:cs typeface="Trebuchet MS"/>
                <a:sym typeface="Trebuchet MS"/>
              </a:rPr>
              <a:t>Show running-config</a:t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3657600" y="6189564"/>
            <a:ext cx="8878540" cy="2057688"/>
          </a:xfrm>
          <a:custGeom>
            <a:rect b="b" l="l" r="r" t="t"/>
            <a:pathLst>
              <a:path extrusionOk="0" h="2057688" w="8878540">
                <a:moveTo>
                  <a:pt x="0" y="0"/>
                </a:moveTo>
                <a:lnTo>
                  <a:pt x="8878540" y="0"/>
                </a:lnTo>
                <a:lnTo>
                  <a:pt x="8878540" y="2057688"/>
                </a:lnTo>
                <a:lnTo>
                  <a:pt x="0" y="20576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5" name="Google Shape;255;p10"/>
          <p:cNvCxnSpPr/>
          <p:nvPr/>
        </p:nvCxnSpPr>
        <p:spPr>
          <a:xfrm rot="4791364">
            <a:off x="9738483" y="5143500"/>
            <a:ext cx="10464869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6" name="Google Shape;256;p10"/>
          <p:cNvCxnSpPr/>
          <p:nvPr/>
        </p:nvCxnSpPr>
        <p:spPr>
          <a:xfrm rot="8776574">
            <a:off x="10406482" y="7904560"/>
            <a:ext cx="8608174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7" name="Google Shape;257;p10"/>
          <p:cNvSpPr/>
          <p:nvPr/>
        </p:nvSpPr>
        <p:spPr>
          <a:xfrm>
            <a:off x="13772214" y="-12700"/>
            <a:ext cx="4511041" cy="10299668"/>
          </a:xfrm>
          <a:custGeom>
            <a:rect b="b" l="l" r="r" t="t"/>
            <a:pathLst>
              <a:path extrusionOk="0" h="13732890" w="6014720">
                <a:moveTo>
                  <a:pt x="4091051" y="0"/>
                </a:moveTo>
                <a:lnTo>
                  <a:pt x="6014720" y="0"/>
                </a:lnTo>
                <a:lnTo>
                  <a:pt x="6014720" y="13732890"/>
                </a:lnTo>
                <a:lnTo>
                  <a:pt x="0" y="13732890"/>
                </a:lnTo>
                <a:lnTo>
                  <a:pt x="4091051" y="0"/>
                </a:lnTo>
                <a:close/>
              </a:path>
            </a:pathLst>
          </a:custGeom>
          <a:solidFill>
            <a:srgbClr val="90C226">
              <a:alpha val="29803"/>
            </a:srgbClr>
          </a:solidFill>
          <a:ln>
            <a:noFill/>
          </a:ln>
        </p:spPr>
      </p:sp>
      <p:sp>
        <p:nvSpPr>
          <p:cNvPr id="258" name="Google Shape;258;p10"/>
          <p:cNvSpPr/>
          <p:nvPr/>
        </p:nvSpPr>
        <p:spPr>
          <a:xfrm>
            <a:off x="14405163" y="-12700"/>
            <a:ext cx="3882866" cy="10299668"/>
          </a:xfrm>
          <a:custGeom>
            <a:rect b="b" l="l" r="r" t="t"/>
            <a:pathLst>
              <a:path extrusionOk="0" h="13732890" w="5177155">
                <a:moveTo>
                  <a:pt x="0" y="0"/>
                </a:moveTo>
                <a:lnTo>
                  <a:pt x="5177155" y="0"/>
                </a:lnTo>
                <a:lnTo>
                  <a:pt x="5177155" y="13732890"/>
                </a:lnTo>
                <a:lnTo>
                  <a:pt x="2418969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90C226">
              <a:alpha val="19607"/>
            </a:srgbClr>
          </a:solidFill>
          <a:ln>
            <a:noFill/>
          </a:ln>
        </p:spPr>
      </p:sp>
      <p:sp>
        <p:nvSpPr>
          <p:cNvPr id="259" name="Google Shape;259;p10"/>
          <p:cNvSpPr/>
          <p:nvPr/>
        </p:nvSpPr>
        <p:spPr>
          <a:xfrm>
            <a:off x="13398499" y="4572000"/>
            <a:ext cx="4889469" cy="5715000"/>
          </a:xfrm>
          <a:custGeom>
            <a:rect b="b" l="l" r="r" t="t"/>
            <a:pathLst>
              <a:path extrusionOk="0" h="7620000" w="6519291">
                <a:moveTo>
                  <a:pt x="0" y="7620000"/>
                </a:moveTo>
                <a:lnTo>
                  <a:pt x="6519291" y="0"/>
                </a:lnTo>
                <a:lnTo>
                  <a:pt x="6519291" y="7620000"/>
                </a:lnTo>
                <a:close/>
              </a:path>
            </a:pathLst>
          </a:custGeom>
          <a:solidFill>
            <a:srgbClr val="54A021">
              <a:alpha val="71764"/>
            </a:srgbClr>
          </a:solidFill>
          <a:ln>
            <a:noFill/>
          </a:ln>
        </p:spPr>
      </p:sp>
      <p:sp>
        <p:nvSpPr>
          <p:cNvPr id="260" name="Google Shape;260;p10"/>
          <p:cNvSpPr/>
          <p:nvPr/>
        </p:nvSpPr>
        <p:spPr>
          <a:xfrm>
            <a:off x="14001750" y="-12700"/>
            <a:ext cx="4281488" cy="10299668"/>
          </a:xfrm>
          <a:custGeom>
            <a:rect b="b" l="l" r="r" t="t"/>
            <a:pathLst>
              <a:path extrusionOk="0" h="13732890" w="5708650">
                <a:moveTo>
                  <a:pt x="0" y="0"/>
                </a:moveTo>
                <a:lnTo>
                  <a:pt x="5708650" y="0"/>
                </a:lnTo>
                <a:lnTo>
                  <a:pt x="5708650" y="13732890"/>
                </a:lnTo>
                <a:lnTo>
                  <a:pt x="4941443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3F7819">
              <a:alpha val="69803"/>
            </a:srgbClr>
          </a:solidFill>
          <a:ln>
            <a:noFill/>
          </a:ln>
        </p:spPr>
      </p:sp>
      <p:sp>
        <p:nvSpPr>
          <p:cNvPr id="261" name="Google Shape;261;p10"/>
          <p:cNvSpPr/>
          <p:nvPr/>
        </p:nvSpPr>
        <p:spPr>
          <a:xfrm>
            <a:off x="16348095" y="-12700"/>
            <a:ext cx="1935194" cy="10299668"/>
          </a:xfrm>
          <a:custGeom>
            <a:rect b="b" l="l" r="r" t="t"/>
            <a:pathLst>
              <a:path extrusionOk="0" h="13732890" w="2580259">
                <a:moveTo>
                  <a:pt x="2039493" y="0"/>
                </a:moveTo>
                <a:lnTo>
                  <a:pt x="2580259" y="0"/>
                </a:lnTo>
                <a:lnTo>
                  <a:pt x="2580259" y="13732890"/>
                </a:lnTo>
                <a:lnTo>
                  <a:pt x="0" y="13732890"/>
                </a:lnTo>
                <a:lnTo>
                  <a:pt x="2039493" y="0"/>
                </a:lnTo>
                <a:close/>
              </a:path>
            </a:pathLst>
          </a:custGeom>
          <a:solidFill>
            <a:srgbClr val="C0E474">
              <a:alpha val="69803"/>
            </a:srgbClr>
          </a:solidFill>
          <a:ln>
            <a:noFill/>
          </a:ln>
        </p:spPr>
      </p:sp>
      <p:sp>
        <p:nvSpPr>
          <p:cNvPr id="262" name="Google Shape;262;p10"/>
          <p:cNvSpPr/>
          <p:nvPr/>
        </p:nvSpPr>
        <p:spPr>
          <a:xfrm>
            <a:off x="16408499" y="-12700"/>
            <a:ext cx="1874710" cy="10299668"/>
          </a:xfrm>
          <a:custGeom>
            <a:rect b="b" l="l" r="r" t="t"/>
            <a:pathLst>
              <a:path extrusionOk="0" h="13732890" w="2499614">
                <a:moveTo>
                  <a:pt x="0" y="0"/>
                </a:moveTo>
                <a:lnTo>
                  <a:pt x="2499614" y="0"/>
                </a:lnTo>
                <a:lnTo>
                  <a:pt x="2499614" y="13732890"/>
                </a:lnTo>
                <a:lnTo>
                  <a:pt x="2218817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90C226">
              <a:alpha val="64705"/>
            </a:srgbClr>
          </a:solidFill>
          <a:ln>
            <a:noFill/>
          </a:ln>
        </p:spPr>
      </p:sp>
      <p:sp>
        <p:nvSpPr>
          <p:cNvPr id="263" name="Google Shape;263;p10"/>
          <p:cNvSpPr/>
          <p:nvPr/>
        </p:nvSpPr>
        <p:spPr>
          <a:xfrm>
            <a:off x="15557499" y="5384801"/>
            <a:ext cx="2725769" cy="4902231"/>
          </a:xfrm>
          <a:custGeom>
            <a:rect b="b" l="l" r="r" t="t"/>
            <a:pathLst>
              <a:path extrusionOk="0" h="6536309" w="3634359">
                <a:moveTo>
                  <a:pt x="0" y="6536309"/>
                </a:moveTo>
                <a:lnTo>
                  <a:pt x="3634359" y="0"/>
                </a:lnTo>
                <a:lnTo>
                  <a:pt x="3634359" y="6536309"/>
                </a:lnTo>
                <a:close/>
              </a:path>
            </a:pathLst>
          </a:custGeom>
          <a:solidFill>
            <a:srgbClr val="90C226">
              <a:alpha val="80000"/>
            </a:srgbClr>
          </a:solidFill>
          <a:ln>
            <a:noFill/>
          </a:ln>
        </p:spPr>
      </p:sp>
      <p:sp>
        <p:nvSpPr>
          <p:cNvPr id="264" name="Google Shape;264;p10"/>
          <p:cNvSpPr/>
          <p:nvPr/>
        </p:nvSpPr>
        <p:spPr>
          <a:xfrm>
            <a:off x="0" y="6019800"/>
            <a:ext cx="673132" cy="4267200"/>
          </a:xfrm>
          <a:custGeom>
            <a:rect b="b" l="l" r="r" t="t"/>
            <a:pathLst>
              <a:path extrusionOk="0" h="5689600" w="897509">
                <a:moveTo>
                  <a:pt x="0" y="5689600"/>
                </a:moveTo>
                <a:lnTo>
                  <a:pt x="0" y="0"/>
                </a:lnTo>
                <a:lnTo>
                  <a:pt x="897509" y="5689600"/>
                </a:lnTo>
                <a:close/>
              </a:path>
            </a:pathLst>
          </a:custGeom>
          <a:solidFill>
            <a:srgbClr val="90C226">
              <a:alpha val="84705"/>
            </a:srgbClr>
          </a:solidFill>
          <a:ln>
            <a:noFill/>
          </a:ln>
        </p:spPr>
      </p:sp>
      <p:cxnSp>
        <p:nvCxnSpPr>
          <p:cNvPr id="265" name="Google Shape;265;p10"/>
          <p:cNvCxnSpPr/>
          <p:nvPr/>
        </p:nvCxnSpPr>
        <p:spPr>
          <a:xfrm rot="4791364">
            <a:off x="9738485" y="5143500"/>
            <a:ext cx="10464869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6" name="Google Shape;266;p10"/>
          <p:cNvCxnSpPr/>
          <p:nvPr/>
        </p:nvCxnSpPr>
        <p:spPr>
          <a:xfrm rot="8776574">
            <a:off x="10406483" y="7904560"/>
            <a:ext cx="8608175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7" name="Google Shape;267;p10"/>
          <p:cNvSpPr/>
          <p:nvPr/>
        </p:nvSpPr>
        <p:spPr>
          <a:xfrm>
            <a:off x="13772216" y="-12700"/>
            <a:ext cx="4511040" cy="10299668"/>
          </a:xfrm>
          <a:custGeom>
            <a:rect b="b" l="l" r="r" t="t"/>
            <a:pathLst>
              <a:path extrusionOk="0" h="13732890" w="6014720">
                <a:moveTo>
                  <a:pt x="4091051" y="0"/>
                </a:moveTo>
                <a:lnTo>
                  <a:pt x="6014720" y="0"/>
                </a:lnTo>
                <a:lnTo>
                  <a:pt x="6014720" y="13732890"/>
                </a:lnTo>
                <a:lnTo>
                  <a:pt x="0" y="13732890"/>
                </a:lnTo>
                <a:lnTo>
                  <a:pt x="4091051" y="0"/>
                </a:lnTo>
                <a:close/>
              </a:path>
            </a:pathLst>
          </a:custGeom>
          <a:solidFill>
            <a:srgbClr val="90C226">
              <a:alpha val="29803"/>
            </a:srgbClr>
          </a:solidFill>
          <a:ln>
            <a:noFill/>
          </a:ln>
        </p:spPr>
      </p:sp>
      <p:sp>
        <p:nvSpPr>
          <p:cNvPr id="268" name="Google Shape;268;p10"/>
          <p:cNvSpPr/>
          <p:nvPr/>
        </p:nvSpPr>
        <p:spPr>
          <a:xfrm>
            <a:off x="14405165" y="-12700"/>
            <a:ext cx="3882865" cy="10299668"/>
          </a:xfrm>
          <a:custGeom>
            <a:rect b="b" l="l" r="r" t="t"/>
            <a:pathLst>
              <a:path extrusionOk="0" h="13732890" w="5177155">
                <a:moveTo>
                  <a:pt x="0" y="0"/>
                </a:moveTo>
                <a:lnTo>
                  <a:pt x="5177155" y="0"/>
                </a:lnTo>
                <a:lnTo>
                  <a:pt x="5177155" y="13732890"/>
                </a:lnTo>
                <a:lnTo>
                  <a:pt x="2418969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90C226">
              <a:alpha val="19607"/>
            </a:srgbClr>
          </a:solidFill>
          <a:ln>
            <a:noFill/>
          </a:ln>
        </p:spPr>
      </p:sp>
      <p:sp>
        <p:nvSpPr>
          <p:cNvPr id="269" name="Google Shape;269;p10"/>
          <p:cNvSpPr/>
          <p:nvPr/>
        </p:nvSpPr>
        <p:spPr>
          <a:xfrm>
            <a:off x="13398501" y="4572000"/>
            <a:ext cx="4889468" cy="5715000"/>
          </a:xfrm>
          <a:custGeom>
            <a:rect b="b" l="l" r="r" t="t"/>
            <a:pathLst>
              <a:path extrusionOk="0" h="7620000" w="6519291">
                <a:moveTo>
                  <a:pt x="0" y="7620000"/>
                </a:moveTo>
                <a:lnTo>
                  <a:pt x="6519291" y="0"/>
                </a:lnTo>
                <a:lnTo>
                  <a:pt x="6519291" y="7620000"/>
                </a:lnTo>
                <a:close/>
              </a:path>
            </a:pathLst>
          </a:custGeom>
          <a:solidFill>
            <a:srgbClr val="54A021">
              <a:alpha val="71764"/>
            </a:srgbClr>
          </a:solidFill>
          <a:ln>
            <a:noFill/>
          </a:ln>
        </p:spPr>
      </p:sp>
      <p:sp>
        <p:nvSpPr>
          <p:cNvPr id="270" name="Google Shape;270;p10"/>
          <p:cNvSpPr/>
          <p:nvPr/>
        </p:nvSpPr>
        <p:spPr>
          <a:xfrm>
            <a:off x="14001752" y="-12700"/>
            <a:ext cx="4281487" cy="10299668"/>
          </a:xfrm>
          <a:custGeom>
            <a:rect b="b" l="l" r="r" t="t"/>
            <a:pathLst>
              <a:path extrusionOk="0" h="13732890" w="5708650">
                <a:moveTo>
                  <a:pt x="0" y="0"/>
                </a:moveTo>
                <a:lnTo>
                  <a:pt x="5708650" y="0"/>
                </a:lnTo>
                <a:lnTo>
                  <a:pt x="5708650" y="13732890"/>
                </a:lnTo>
                <a:lnTo>
                  <a:pt x="4941443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3F7819">
              <a:alpha val="69803"/>
            </a:srgbClr>
          </a:solidFill>
          <a:ln>
            <a:noFill/>
          </a:ln>
        </p:spPr>
      </p:sp>
      <p:sp>
        <p:nvSpPr>
          <p:cNvPr id="271" name="Google Shape;271;p10"/>
          <p:cNvSpPr/>
          <p:nvPr/>
        </p:nvSpPr>
        <p:spPr>
          <a:xfrm>
            <a:off x="16348097" y="-12700"/>
            <a:ext cx="1935194" cy="10299668"/>
          </a:xfrm>
          <a:custGeom>
            <a:rect b="b" l="l" r="r" t="t"/>
            <a:pathLst>
              <a:path extrusionOk="0" h="13732890" w="2580259">
                <a:moveTo>
                  <a:pt x="2039493" y="0"/>
                </a:moveTo>
                <a:lnTo>
                  <a:pt x="2580259" y="0"/>
                </a:lnTo>
                <a:lnTo>
                  <a:pt x="2580259" y="13732890"/>
                </a:lnTo>
                <a:lnTo>
                  <a:pt x="0" y="13732890"/>
                </a:lnTo>
                <a:lnTo>
                  <a:pt x="2039493" y="0"/>
                </a:lnTo>
                <a:close/>
              </a:path>
            </a:pathLst>
          </a:custGeom>
          <a:solidFill>
            <a:srgbClr val="C0E474">
              <a:alpha val="69803"/>
            </a:srgbClr>
          </a:solidFill>
          <a:ln>
            <a:noFill/>
          </a:ln>
        </p:spPr>
      </p:sp>
      <p:sp>
        <p:nvSpPr>
          <p:cNvPr id="272" name="Google Shape;272;p10"/>
          <p:cNvSpPr/>
          <p:nvPr/>
        </p:nvSpPr>
        <p:spPr>
          <a:xfrm>
            <a:off x="16408500" y="-12700"/>
            <a:ext cx="1874711" cy="10299668"/>
          </a:xfrm>
          <a:custGeom>
            <a:rect b="b" l="l" r="r" t="t"/>
            <a:pathLst>
              <a:path extrusionOk="0" h="13732890" w="2499614">
                <a:moveTo>
                  <a:pt x="0" y="0"/>
                </a:moveTo>
                <a:lnTo>
                  <a:pt x="2499614" y="0"/>
                </a:lnTo>
                <a:lnTo>
                  <a:pt x="2499614" y="13732890"/>
                </a:lnTo>
                <a:lnTo>
                  <a:pt x="2218817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90C226">
              <a:alpha val="64705"/>
            </a:srgbClr>
          </a:solidFill>
          <a:ln>
            <a:noFill/>
          </a:ln>
        </p:spPr>
      </p:sp>
      <p:sp>
        <p:nvSpPr>
          <p:cNvPr id="273" name="Google Shape;273;p10"/>
          <p:cNvSpPr/>
          <p:nvPr/>
        </p:nvSpPr>
        <p:spPr>
          <a:xfrm>
            <a:off x="15557501" y="5384801"/>
            <a:ext cx="2725770" cy="4902231"/>
          </a:xfrm>
          <a:custGeom>
            <a:rect b="b" l="l" r="r" t="t"/>
            <a:pathLst>
              <a:path extrusionOk="0" h="6536309" w="3634359">
                <a:moveTo>
                  <a:pt x="0" y="6536309"/>
                </a:moveTo>
                <a:lnTo>
                  <a:pt x="3634359" y="0"/>
                </a:lnTo>
                <a:lnTo>
                  <a:pt x="3634359" y="6536309"/>
                </a:lnTo>
                <a:close/>
              </a:path>
            </a:pathLst>
          </a:custGeom>
          <a:solidFill>
            <a:srgbClr val="90C226">
              <a:alpha val="80000"/>
            </a:srgbClr>
          </a:solidFill>
          <a:ln>
            <a:noFill/>
          </a:ln>
        </p:spPr>
      </p:sp>
      <p:sp>
        <p:nvSpPr>
          <p:cNvPr id="274" name="Google Shape;274;p10"/>
          <p:cNvSpPr/>
          <p:nvPr/>
        </p:nvSpPr>
        <p:spPr>
          <a:xfrm rot="10800000">
            <a:off x="22" y="-23"/>
            <a:ext cx="1263872" cy="8499254"/>
          </a:xfrm>
          <a:custGeom>
            <a:rect b="b" l="l" r="r" t="t"/>
            <a:pathLst>
              <a:path extrusionOk="0" h="11332337" w="1685163">
                <a:moveTo>
                  <a:pt x="0" y="11332337"/>
                </a:moveTo>
                <a:lnTo>
                  <a:pt x="1685163" y="0"/>
                </a:lnTo>
                <a:lnTo>
                  <a:pt x="1685163" y="11332337"/>
                </a:lnTo>
                <a:close/>
              </a:path>
            </a:pathLst>
          </a:custGeom>
          <a:solidFill>
            <a:srgbClr val="90C226">
              <a:alpha val="84705"/>
            </a:srgbClr>
          </a:solidFill>
          <a:ln>
            <a:noFill/>
          </a:ln>
        </p:spPr>
      </p:sp>
      <p:sp>
        <p:nvSpPr>
          <p:cNvPr id="275" name="Google Shape;275;p10"/>
          <p:cNvSpPr/>
          <p:nvPr/>
        </p:nvSpPr>
        <p:spPr>
          <a:xfrm>
            <a:off x="6041668" y="-6340"/>
            <a:ext cx="10722332" cy="10286980"/>
          </a:xfrm>
          <a:custGeom>
            <a:rect b="b" l="l" r="r" t="t"/>
            <a:pathLst>
              <a:path extrusionOk="0" h="10286980" w="10722332">
                <a:moveTo>
                  <a:pt x="0" y="0"/>
                </a:moveTo>
                <a:lnTo>
                  <a:pt x="10722332" y="0"/>
                </a:lnTo>
                <a:lnTo>
                  <a:pt x="10722332" y="10286980"/>
                </a:lnTo>
                <a:lnTo>
                  <a:pt x="0" y="102869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4177" r="-8069" t="0"/>
            </a:stretch>
          </a:blipFill>
          <a:ln>
            <a:noFill/>
          </a:ln>
        </p:spPr>
      </p:sp>
      <p:sp>
        <p:nvSpPr>
          <p:cNvPr id="276" name="Google Shape;276;p10"/>
          <p:cNvSpPr txBox="1"/>
          <p:nvPr/>
        </p:nvSpPr>
        <p:spPr>
          <a:xfrm>
            <a:off x="-142066" y="4953001"/>
            <a:ext cx="5949404" cy="1114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90C226"/>
                </a:solidFill>
                <a:latin typeface="Trebuchet MS"/>
                <a:ea typeface="Trebuchet MS"/>
                <a:cs typeface="Trebuchet MS"/>
                <a:sym typeface="Trebuchet MS"/>
              </a:rPr>
              <a:t>Port Security</a:t>
            </a:r>
            <a:endParaRPr/>
          </a:p>
        </p:txBody>
      </p:sp>
      <p:cxnSp>
        <p:nvCxnSpPr>
          <p:cNvPr id="277" name="Google Shape;277;p10"/>
          <p:cNvCxnSpPr/>
          <p:nvPr/>
        </p:nvCxnSpPr>
        <p:spPr>
          <a:xfrm rot="4790100">
            <a:off x="9735719" y="5143500"/>
            <a:ext cx="10470397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8" name="Google Shape;278;p10"/>
          <p:cNvCxnSpPr/>
          <p:nvPr/>
        </p:nvCxnSpPr>
        <p:spPr>
          <a:xfrm rot="8776047">
            <a:off x="10403178" y="7904559"/>
            <a:ext cx="8614780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9" name="Google Shape;279;p10"/>
          <p:cNvSpPr/>
          <p:nvPr/>
        </p:nvSpPr>
        <p:spPr>
          <a:xfrm>
            <a:off x="13772214" y="-12700"/>
            <a:ext cx="4511040" cy="10299668"/>
          </a:xfrm>
          <a:custGeom>
            <a:rect b="b" l="l" r="r" t="t"/>
            <a:pathLst>
              <a:path extrusionOk="0" h="13732890" w="6014720">
                <a:moveTo>
                  <a:pt x="4091051" y="0"/>
                </a:moveTo>
                <a:lnTo>
                  <a:pt x="6014720" y="0"/>
                </a:lnTo>
                <a:lnTo>
                  <a:pt x="6014720" y="13732890"/>
                </a:lnTo>
                <a:lnTo>
                  <a:pt x="0" y="13732890"/>
                </a:lnTo>
                <a:lnTo>
                  <a:pt x="4091051" y="0"/>
                </a:lnTo>
                <a:close/>
              </a:path>
            </a:pathLst>
          </a:custGeom>
          <a:solidFill>
            <a:srgbClr val="90C226">
              <a:alpha val="29803"/>
            </a:srgbClr>
          </a:solidFill>
          <a:ln>
            <a:noFill/>
          </a:ln>
        </p:spPr>
      </p:sp>
      <p:sp>
        <p:nvSpPr>
          <p:cNvPr id="280" name="Google Shape;280;p10"/>
          <p:cNvSpPr/>
          <p:nvPr/>
        </p:nvSpPr>
        <p:spPr>
          <a:xfrm>
            <a:off x="14405162" y="-12700"/>
            <a:ext cx="3882867" cy="10299668"/>
          </a:xfrm>
          <a:custGeom>
            <a:rect b="b" l="l" r="r" t="t"/>
            <a:pathLst>
              <a:path extrusionOk="0" h="13732890" w="5177155">
                <a:moveTo>
                  <a:pt x="0" y="0"/>
                </a:moveTo>
                <a:lnTo>
                  <a:pt x="5177155" y="0"/>
                </a:lnTo>
                <a:lnTo>
                  <a:pt x="5177155" y="13732890"/>
                </a:lnTo>
                <a:lnTo>
                  <a:pt x="2418969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90C226">
              <a:alpha val="19607"/>
            </a:srgbClr>
          </a:solidFill>
          <a:ln>
            <a:noFill/>
          </a:ln>
        </p:spPr>
      </p:sp>
      <p:sp>
        <p:nvSpPr>
          <p:cNvPr id="281" name="Google Shape;281;p10"/>
          <p:cNvSpPr/>
          <p:nvPr/>
        </p:nvSpPr>
        <p:spPr>
          <a:xfrm>
            <a:off x="13398498" y="4572000"/>
            <a:ext cx="4889468" cy="5715000"/>
          </a:xfrm>
          <a:custGeom>
            <a:rect b="b" l="l" r="r" t="t"/>
            <a:pathLst>
              <a:path extrusionOk="0" h="7620000" w="6519291">
                <a:moveTo>
                  <a:pt x="0" y="7620000"/>
                </a:moveTo>
                <a:lnTo>
                  <a:pt x="6519291" y="0"/>
                </a:lnTo>
                <a:lnTo>
                  <a:pt x="6519291" y="7620000"/>
                </a:lnTo>
                <a:close/>
              </a:path>
            </a:pathLst>
          </a:custGeom>
          <a:solidFill>
            <a:srgbClr val="54A021">
              <a:alpha val="71764"/>
            </a:srgbClr>
          </a:solidFill>
          <a:ln>
            <a:noFill/>
          </a:ln>
        </p:spPr>
      </p:sp>
      <p:sp>
        <p:nvSpPr>
          <p:cNvPr id="282" name="Google Shape;282;p10"/>
          <p:cNvSpPr/>
          <p:nvPr/>
        </p:nvSpPr>
        <p:spPr>
          <a:xfrm>
            <a:off x="14001750" y="-12700"/>
            <a:ext cx="4281487" cy="10299668"/>
          </a:xfrm>
          <a:custGeom>
            <a:rect b="b" l="l" r="r" t="t"/>
            <a:pathLst>
              <a:path extrusionOk="0" h="13732890" w="5708650">
                <a:moveTo>
                  <a:pt x="0" y="0"/>
                </a:moveTo>
                <a:lnTo>
                  <a:pt x="5708650" y="0"/>
                </a:lnTo>
                <a:lnTo>
                  <a:pt x="5708650" y="13732890"/>
                </a:lnTo>
                <a:lnTo>
                  <a:pt x="4941443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3F7819">
              <a:alpha val="46666"/>
            </a:srgbClr>
          </a:solidFill>
          <a:ln>
            <a:noFill/>
          </a:ln>
        </p:spPr>
      </p:sp>
      <p:sp>
        <p:nvSpPr>
          <p:cNvPr id="283" name="Google Shape;283;p10"/>
          <p:cNvSpPr/>
          <p:nvPr/>
        </p:nvSpPr>
        <p:spPr>
          <a:xfrm>
            <a:off x="16348094" y="-12700"/>
            <a:ext cx="1935195" cy="10299668"/>
          </a:xfrm>
          <a:custGeom>
            <a:rect b="b" l="l" r="r" t="t"/>
            <a:pathLst>
              <a:path extrusionOk="0" h="13732890" w="2580259">
                <a:moveTo>
                  <a:pt x="2039493" y="0"/>
                </a:moveTo>
                <a:lnTo>
                  <a:pt x="2580259" y="0"/>
                </a:lnTo>
                <a:lnTo>
                  <a:pt x="2580259" y="13732890"/>
                </a:lnTo>
                <a:lnTo>
                  <a:pt x="0" y="13732890"/>
                </a:lnTo>
                <a:lnTo>
                  <a:pt x="2039493" y="0"/>
                </a:lnTo>
                <a:close/>
              </a:path>
            </a:pathLst>
          </a:custGeom>
          <a:solidFill>
            <a:srgbClr val="C0E474">
              <a:alpha val="69803"/>
            </a:srgbClr>
          </a:solidFill>
          <a:ln>
            <a:noFill/>
          </a:ln>
        </p:spPr>
      </p:sp>
      <p:sp>
        <p:nvSpPr>
          <p:cNvPr id="284" name="Google Shape;284;p10"/>
          <p:cNvSpPr/>
          <p:nvPr/>
        </p:nvSpPr>
        <p:spPr>
          <a:xfrm>
            <a:off x="16408498" y="-12700"/>
            <a:ext cx="1874710" cy="10299668"/>
          </a:xfrm>
          <a:custGeom>
            <a:rect b="b" l="l" r="r" t="t"/>
            <a:pathLst>
              <a:path extrusionOk="0" h="13732890" w="2499614">
                <a:moveTo>
                  <a:pt x="0" y="0"/>
                </a:moveTo>
                <a:lnTo>
                  <a:pt x="2499614" y="0"/>
                </a:lnTo>
                <a:lnTo>
                  <a:pt x="2499614" y="13732890"/>
                </a:lnTo>
                <a:lnTo>
                  <a:pt x="2218817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90C226">
              <a:alpha val="64705"/>
            </a:srgbClr>
          </a:solidFill>
          <a:ln>
            <a:noFill/>
          </a:ln>
        </p:spPr>
      </p:sp>
      <p:sp>
        <p:nvSpPr>
          <p:cNvPr id="285" name="Google Shape;285;p10"/>
          <p:cNvSpPr/>
          <p:nvPr/>
        </p:nvSpPr>
        <p:spPr>
          <a:xfrm>
            <a:off x="15557498" y="5384800"/>
            <a:ext cx="2725770" cy="4902231"/>
          </a:xfrm>
          <a:custGeom>
            <a:rect b="b" l="l" r="r" t="t"/>
            <a:pathLst>
              <a:path extrusionOk="0" h="6536309" w="3634359">
                <a:moveTo>
                  <a:pt x="0" y="6536309"/>
                </a:moveTo>
                <a:lnTo>
                  <a:pt x="3634359" y="0"/>
                </a:lnTo>
                <a:lnTo>
                  <a:pt x="3634359" y="6536309"/>
                </a:lnTo>
                <a:close/>
              </a:path>
            </a:pathLst>
          </a:custGeom>
          <a:solidFill>
            <a:srgbClr val="90C226">
              <a:alpha val="80000"/>
            </a:srgbClr>
          </a:solid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0" name="Google Shape;290;p11"/>
          <p:cNvCxnSpPr/>
          <p:nvPr/>
        </p:nvCxnSpPr>
        <p:spPr>
          <a:xfrm rot="4791364">
            <a:off x="9738483" y="5143500"/>
            <a:ext cx="10464869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1" name="Google Shape;291;p11"/>
          <p:cNvCxnSpPr/>
          <p:nvPr/>
        </p:nvCxnSpPr>
        <p:spPr>
          <a:xfrm rot="8776574">
            <a:off x="10406482" y="7904560"/>
            <a:ext cx="8608174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2" name="Google Shape;292;p11"/>
          <p:cNvSpPr/>
          <p:nvPr/>
        </p:nvSpPr>
        <p:spPr>
          <a:xfrm>
            <a:off x="13772214" y="-12700"/>
            <a:ext cx="4511041" cy="10299668"/>
          </a:xfrm>
          <a:custGeom>
            <a:rect b="b" l="l" r="r" t="t"/>
            <a:pathLst>
              <a:path extrusionOk="0" h="13732890" w="6014720">
                <a:moveTo>
                  <a:pt x="4091051" y="0"/>
                </a:moveTo>
                <a:lnTo>
                  <a:pt x="6014720" y="0"/>
                </a:lnTo>
                <a:lnTo>
                  <a:pt x="6014720" y="13732890"/>
                </a:lnTo>
                <a:lnTo>
                  <a:pt x="0" y="13732890"/>
                </a:lnTo>
                <a:lnTo>
                  <a:pt x="4091051" y="0"/>
                </a:lnTo>
                <a:close/>
              </a:path>
            </a:pathLst>
          </a:custGeom>
          <a:solidFill>
            <a:srgbClr val="90C226">
              <a:alpha val="29803"/>
            </a:srgbClr>
          </a:solidFill>
          <a:ln>
            <a:noFill/>
          </a:ln>
        </p:spPr>
      </p:sp>
      <p:sp>
        <p:nvSpPr>
          <p:cNvPr id="293" name="Google Shape;293;p11"/>
          <p:cNvSpPr/>
          <p:nvPr/>
        </p:nvSpPr>
        <p:spPr>
          <a:xfrm>
            <a:off x="14405163" y="-12700"/>
            <a:ext cx="3882866" cy="10299668"/>
          </a:xfrm>
          <a:custGeom>
            <a:rect b="b" l="l" r="r" t="t"/>
            <a:pathLst>
              <a:path extrusionOk="0" h="13732890" w="5177155">
                <a:moveTo>
                  <a:pt x="0" y="0"/>
                </a:moveTo>
                <a:lnTo>
                  <a:pt x="5177155" y="0"/>
                </a:lnTo>
                <a:lnTo>
                  <a:pt x="5177155" y="13732890"/>
                </a:lnTo>
                <a:lnTo>
                  <a:pt x="2418969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90C226">
              <a:alpha val="19607"/>
            </a:srgbClr>
          </a:solidFill>
          <a:ln>
            <a:noFill/>
          </a:ln>
        </p:spPr>
      </p:sp>
      <p:sp>
        <p:nvSpPr>
          <p:cNvPr id="294" name="Google Shape;294;p11"/>
          <p:cNvSpPr/>
          <p:nvPr/>
        </p:nvSpPr>
        <p:spPr>
          <a:xfrm>
            <a:off x="13398499" y="4572000"/>
            <a:ext cx="4889469" cy="5715000"/>
          </a:xfrm>
          <a:custGeom>
            <a:rect b="b" l="l" r="r" t="t"/>
            <a:pathLst>
              <a:path extrusionOk="0" h="7620000" w="6519291">
                <a:moveTo>
                  <a:pt x="0" y="7620000"/>
                </a:moveTo>
                <a:lnTo>
                  <a:pt x="6519291" y="0"/>
                </a:lnTo>
                <a:lnTo>
                  <a:pt x="6519291" y="7620000"/>
                </a:lnTo>
                <a:close/>
              </a:path>
            </a:pathLst>
          </a:custGeom>
          <a:solidFill>
            <a:srgbClr val="54A021">
              <a:alpha val="71764"/>
            </a:srgbClr>
          </a:solidFill>
          <a:ln>
            <a:noFill/>
          </a:ln>
        </p:spPr>
      </p:sp>
      <p:sp>
        <p:nvSpPr>
          <p:cNvPr id="295" name="Google Shape;295;p11"/>
          <p:cNvSpPr/>
          <p:nvPr/>
        </p:nvSpPr>
        <p:spPr>
          <a:xfrm>
            <a:off x="14001750" y="-12700"/>
            <a:ext cx="4281488" cy="10299668"/>
          </a:xfrm>
          <a:custGeom>
            <a:rect b="b" l="l" r="r" t="t"/>
            <a:pathLst>
              <a:path extrusionOk="0" h="13732890" w="5708650">
                <a:moveTo>
                  <a:pt x="0" y="0"/>
                </a:moveTo>
                <a:lnTo>
                  <a:pt x="5708650" y="0"/>
                </a:lnTo>
                <a:lnTo>
                  <a:pt x="5708650" y="13732890"/>
                </a:lnTo>
                <a:lnTo>
                  <a:pt x="4941443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3F7819">
              <a:alpha val="69803"/>
            </a:srgbClr>
          </a:solidFill>
          <a:ln>
            <a:noFill/>
          </a:ln>
        </p:spPr>
      </p:sp>
      <p:sp>
        <p:nvSpPr>
          <p:cNvPr id="296" name="Google Shape;296;p11"/>
          <p:cNvSpPr/>
          <p:nvPr/>
        </p:nvSpPr>
        <p:spPr>
          <a:xfrm>
            <a:off x="16348095" y="-12700"/>
            <a:ext cx="1935194" cy="10299668"/>
          </a:xfrm>
          <a:custGeom>
            <a:rect b="b" l="l" r="r" t="t"/>
            <a:pathLst>
              <a:path extrusionOk="0" h="13732890" w="2580259">
                <a:moveTo>
                  <a:pt x="2039493" y="0"/>
                </a:moveTo>
                <a:lnTo>
                  <a:pt x="2580259" y="0"/>
                </a:lnTo>
                <a:lnTo>
                  <a:pt x="2580259" y="13732890"/>
                </a:lnTo>
                <a:lnTo>
                  <a:pt x="0" y="13732890"/>
                </a:lnTo>
                <a:lnTo>
                  <a:pt x="2039493" y="0"/>
                </a:lnTo>
                <a:close/>
              </a:path>
            </a:pathLst>
          </a:custGeom>
          <a:solidFill>
            <a:srgbClr val="C0E474">
              <a:alpha val="69803"/>
            </a:srgbClr>
          </a:solidFill>
          <a:ln>
            <a:noFill/>
          </a:ln>
        </p:spPr>
      </p:sp>
      <p:sp>
        <p:nvSpPr>
          <p:cNvPr id="297" name="Google Shape;297;p11"/>
          <p:cNvSpPr/>
          <p:nvPr/>
        </p:nvSpPr>
        <p:spPr>
          <a:xfrm>
            <a:off x="16408499" y="-12700"/>
            <a:ext cx="1874710" cy="10299668"/>
          </a:xfrm>
          <a:custGeom>
            <a:rect b="b" l="l" r="r" t="t"/>
            <a:pathLst>
              <a:path extrusionOk="0" h="13732890" w="2499614">
                <a:moveTo>
                  <a:pt x="0" y="0"/>
                </a:moveTo>
                <a:lnTo>
                  <a:pt x="2499614" y="0"/>
                </a:lnTo>
                <a:lnTo>
                  <a:pt x="2499614" y="13732890"/>
                </a:lnTo>
                <a:lnTo>
                  <a:pt x="2218817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90C226">
              <a:alpha val="64705"/>
            </a:srgbClr>
          </a:solidFill>
          <a:ln>
            <a:noFill/>
          </a:ln>
        </p:spPr>
      </p:sp>
      <p:sp>
        <p:nvSpPr>
          <p:cNvPr id="298" name="Google Shape;298;p11"/>
          <p:cNvSpPr/>
          <p:nvPr/>
        </p:nvSpPr>
        <p:spPr>
          <a:xfrm>
            <a:off x="15557499" y="5384801"/>
            <a:ext cx="2725769" cy="4902231"/>
          </a:xfrm>
          <a:custGeom>
            <a:rect b="b" l="l" r="r" t="t"/>
            <a:pathLst>
              <a:path extrusionOk="0" h="6536309" w="3634359">
                <a:moveTo>
                  <a:pt x="0" y="6536309"/>
                </a:moveTo>
                <a:lnTo>
                  <a:pt x="3634359" y="0"/>
                </a:lnTo>
                <a:lnTo>
                  <a:pt x="3634359" y="6536309"/>
                </a:lnTo>
                <a:close/>
              </a:path>
            </a:pathLst>
          </a:custGeom>
          <a:solidFill>
            <a:srgbClr val="90C226">
              <a:alpha val="80000"/>
            </a:srgbClr>
          </a:solidFill>
          <a:ln>
            <a:noFill/>
          </a:ln>
        </p:spPr>
      </p:sp>
      <p:sp>
        <p:nvSpPr>
          <p:cNvPr id="299" name="Google Shape;299;p11"/>
          <p:cNvSpPr/>
          <p:nvPr/>
        </p:nvSpPr>
        <p:spPr>
          <a:xfrm>
            <a:off x="0" y="6019800"/>
            <a:ext cx="673132" cy="4267200"/>
          </a:xfrm>
          <a:custGeom>
            <a:rect b="b" l="l" r="r" t="t"/>
            <a:pathLst>
              <a:path extrusionOk="0" h="5689600" w="897509">
                <a:moveTo>
                  <a:pt x="0" y="5689600"/>
                </a:moveTo>
                <a:lnTo>
                  <a:pt x="0" y="0"/>
                </a:lnTo>
                <a:lnTo>
                  <a:pt x="897509" y="5689600"/>
                </a:lnTo>
                <a:close/>
              </a:path>
            </a:pathLst>
          </a:custGeom>
          <a:solidFill>
            <a:srgbClr val="90C226">
              <a:alpha val="84705"/>
            </a:srgbClr>
          </a:solidFill>
          <a:ln>
            <a:noFill/>
          </a:ln>
        </p:spPr>
      </p:sp>
      <p:sp>
        <p:nvSpPr>
          <p:cNvPr id="300" name="Google Shape;300;p11"/>
          <p:cNvSpPr txBox="1"/>
          <p:nvPr/>
        </p:nvSpPr>
        <p:spPr>
          <a:xfrm>
            <a:off x="1784348" y="1809945"/>
            <a:ext cx="11322050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90C226"/>
                </a:solidFill>
                <a:latin typeface="Trebuchet MS"/>
                <a:ea typeface="Trebuchet MS"/>
                <a:cs typeface="Trebuchet MS"/>
                <a:sym typeface="Trebuchet MS"/>
              </a:rPr>
              <a:t>Finalidad: asegurar los puertos</a:t>
            </a:r>
            <a:endParaRPr/>
          </a:p>
        </p:txBody>
      </p:sp>
      <p:sp>
        <p:nvSpPr>
          <p:cNvPr id="301" name="Google Shape;301;p11"/>
          <p:cNvSpPr txBox="1"/>
          <p:nvPr/>
        </p:nvSpPr>
        <p:spPr>
          <a:xfrm>
            <a:off x="1784350" y="4015994"/>
            <a:ext cx="7077708" cy="2516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7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444444"/>
                </a:solidFill>
                <a:latin typeface="Arimo"/>
                <a:ea typeface="Arimo"/>
                <a:cs typeface="Arimo"/>
                <a:sym typeface="Arimo"/>
              </a:rPr>
              <a:t>Los dispositivos de Capa 2 se consideran el  eslabón más débil en la infraestructura de  una red. Los ataques de Capa  2 son de los más sencillos de desplegar, pero estas amenazas también pueden ser  mitigadas con algunas soluciones comunes de  capa 2.</a:t>
            </a:r>
            <a:endParaRPr/>
          </a:p>
        </p:txBody>
      </p:sp>
      <p:sp>
        <p:nvSpPr>
          <p:cNvPr id="302" name="Google Shape;302;p11"/>
          <p:cNvSpPr/>
          <p:nvPr/>
        </p:nvSpPr>
        <p:spPr>
          <a:xfrm>
            <a:off x="9331950" y="3232250"/>
            <a:ext cx="7162100" cy="5994748"/>
          </a:xfrm>
          <a:custGeom>
            <a:rect b="b" l="l" r="r" t="t"/>
            <a:pathLst>
              <a:path extrusionOk="0" h="5994748" w="7162100">
                <a:moveTo>
                  <a:pt x="0" y="0"/>
                </a:moveTo>
                <a:lnTo>
                  <a:pt x="7162100" y="0"/>
                </a:lnTo>
                <a:lnTo>
                  <a:pt x="7162100" y="5994748"/>
                </a:lnTo>
                <a:lnTo>
                  <a:pt x="0" y="59947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7" name="Google Shape;307;p12"/>
          <p:cNvCxnSpPr/>
          <p:nvPr/>
        </p:nvCxnSpPr>
        <p:spPr>
          <a:xfrm rot="4791364">
            <a:off x="9738483" y="5143500"/>
            <a:ext cx="10464869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8" name="Google Shape;308;p12"/>
          <p:cNvCxnSpPr/>
          <p:nvPr/>
        </p:nvCxnSpPr>
        <p:spPr>
          <a:xfrm rot="8776574">
            <a:off x="10406482" y="7904560"/>
            <a:ext cx="8608174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9" name="Google Shape;309;p12"/>
          <p:cNvSpPr/>
          <p:nvPr/>
        </p:nvSpPr>
        <p:spPr>
          <a:xfrm>
            <a:off x="13772214" y="-12700"/>
            <a:ext cx="4511041" cy="10299668"/>
          </a:xfrm>
          <a:custGeom>
            <a:rect b="b" l="l" r="r" t="t"/>
            <a:pathLst>
              <a:path extrusionOk="0" h="13732890" w="6014720">
                <a:moveTo>
                  <a:pt x="4091051" y="0"/>
                </a:moveTo>
                <a:lnTo>
                  <a:pt x="6014720" y="0"/>
                </a:lnTo>
                <a:lnTo>
                  <a:pt x="6014720" y="13732890"/>
                </a:lnTo>
                <a:lnTo>
                  <a:pt x="0" y="13732890"/>
                </a:lnTo>
                <a:lnTo>
                  <a:pt x="4091051" y="0"/>
                </a:lnTo>
                <a:close/>
              </a:path>
            </a:pathLst>
          </a:custGeom>
          <a:solidFill>
            <a:srgbClr val="90C226">
              <a:alpha val="29803"/>
            </a:srgbClr>
          </a:solidFill>
          <a:ln>
            <a:noFill/>
          </a:ln>
        </p:spPr>
      </p:sp>
      <p:sp>
        <p:nvSpPr>
          <p:cNvPr id="310" name="Google Shape;310;p12"/>
          <p:cNvSpPr/>
          <p:nvPr/>
        </p:nvSpPr>
        <p:spPr>
          <a:xfrm>
            <a:off x="14405163" y="-12700"/>
            <a:ext cx="3882866" cy="10299668"/>
          </a:xfrm>
          <a:custGeom>
            <a:rect b="b" l="l" r="r" t="t"/>
            <a:pathLst>
              <a:path extrusionOk="0" h="13732890" w="5177155">
                <a:moveTo>
                  <a:pt x="0" y="0"/>
                </a:moveTo>
                <a:lnTo>
                  <a:pt x="5177155" y="0"/>
                </a:lnTo>
                <a:lnTo>
                  <a:pt x="5177155" y="13732890"/>
                </a:lnTo>
                <a:lnTo>
                  <a:pt x="2418969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90C226">
              <a:alpha val="19607"/>
            </a:srgbClr>
          </a:solidFill>
          <a:ln>
            <a:noFill/>
          </a:ln>
        </p:spPr>
      </p:sp>
      <p:sp>
        <p:nvSpPr>
          <p:cNvPr id="311" name="Google Shape;311;p12"/>
          <p:cNvSpPr/>
          <p:nvPr/>
        </p:nvSpPr>
        <p:spPr>
          <a:xfrm>
            <a:off x="13398499" y="4572000"/>
            <a:ext cx="4889469" cy="5715000"/>
          </a:xfrm>
          <a:custGeom>
            <a:rect b="b" l="l" r="r" t="t"/>
            <a:pathLst>
              <a:path extrusionOk="0" h="7620000" w="6519291">
                <a:moveTo>
                  <a:pt x="0" y="7620000"/>
                </a:moveTo>
                <a:lnTo>
                  <a:pt x="6519291" y="0"/>
                </a:lnTo>
                <a:lnTo>
                  <a:pt x="6519291" y="7620000"/>
                </a:lnTo>
                <a:close/>
              </a:path>
            </a:pathLst>
          </a:custGeom>
          <a:solidFill>
            <a:srgbClr val="54A021">
              <a:alpha val="71764"/>
            </a:srgbClr>
          </a:solidFill>
          <a:ln>
            <a:noFill/>
          </a:ln>
        </p:spPr>
      </p:sp>
      <p:sp>
        <p:nvSpPr>
          <p:cNvPr id="312" name="Google Shape;312;p12"/>
          <p:cNvSpPr/>
          <p:nvPr/>
        </p:nvSpPr>
        <p:spPr>
          <a:xfrm>
            <a:off x="14001750" y="-12700"/>
            <a:ext cx="4281488" cy="10299668"/>
          </a:xfrm>
          <a:custGeom>
            <a:rect b="b" l="l" r="r" t="t"/>
            <a:pathLst>
              <a:path extrusionOk="0" h="13732890" w="5708650">
                <a:moveTo>
                  <a:pt x="0" y="0"/>
                </a:moveTo>
                <a:lnTo>
                  <a:pt x="5708650" y="0"/>
                </a:lnTo>
                <a:lnTo>
                  <a:pt x="5708650" y="13732890"/>
                </a:lnTo>
                <a:lnTo>
                  <a:pt x="4941443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3F7819">
              <a:alpha val="69803"/>
            </a:srgbClr>
          </a:solidFill>
          <a:ln>
            <a:noFill/>
          </a:ln>
        </p:spPr>
      </p:sp>
      <p:sp>
        <p:nvSpPr>
          <p:cNvPr id="313" name="Google Shape;313;p12"/>
          <p:cNvSpPr/>
          <p:nvPr/>
        </p:nvSpPr>
        <p:spPr>
          <a:xfrm>
            <a:off x="16348095" y="-12700"/>
            <a:ext cx="1935194" cy="10299668"/>
          </a:xfrm>
          <a:custGeom>
            <a:rect b="b" l="l" r="r" t="t"/>
            <a:pathLst>
              <a:path extrusionOk="0" h="13732890" w="2580259">
                <a:moveTo>
                  <a:pt x="2039493" y="0"/>
                </a:moveTo>
                <a:lnTo>
                  <a:pt x="2580259" y="0"/>
                </a:lnTo>
                <a:lnTo>
                  <a:pt x="2580259" y="13732890"/>
                </a:lnTo>
                <a:lnTo>
                  <a:pt x="0" y="13732890"/>
                </a:lnTo>
                <a:lnTo>
                  <a:pt x="2039493" y="0"/>
                </a:lnTo>
                <a:close/>
              </a:path>
            </a:pathLst>
          </a:custGeom>
          <a:solidFill>
            <a:srgbClr val="C0E474">
              <a:alpha val="69803"/>
            </a:srgbClr>
          </a:solidFill>
          <a:ln>
            <a:noFill/>
          </a:ln>
        </p:spPr>
      </p:sp>
      <p:sp>
        <p:nvSpPr>
          <p:cNvPr id="314" name="Google Shape;314;p12"/>
          <p:cNvSpPr/>
          <p:nvPr/>
        </p:nvSpPr>
        <p:spPr>
          <a:xfrm>
            <a:off x="16408499" y="-12700"/>
            <a:ext cx="1874710" cy="10299668"/>
          </a:xfrm>
          <a:custGeom>
            <a:rect b="b" l="l" r="r" t="t"/>
            <a:pathLst>
              <a:path extrusionOk="0" h="13732890" w="2499614">
                <a:moveTo>
                  <a:pt x="0" y="0"/>
                </a:moveTo>
                <a:lnTo>
                  <a:pt x="2499614" y="0"/>
                </a:lnTo>
                <a:lnTo>
                  <a:pt x="2499614" y="13732890"/>
                </a:lnTo>
                <a:lnTo>
                  <a:pt x="2218817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90C226">
              <a:alpha val="64705"/>
            </a:srgbClr>
          </a:solidFill>
          <a:ln>
            <a:noFill/>
          </a:ln>
        </p:spPr>
      </p:sp>
      <p:sp>
        <p:nvSpPr>
          <p:cNvPr id="315" name="Google Shape;315;p12"/>
          <p:cNvSpPr/>
          <p:nvPr/>
        </p:nvSpPr>
        <p:spPr>
          <a:xfrm>
            <a:off x="15557499" y="5384801"/>
            <a:ext cx="2725769" cy="4902231"/>
          </a:xfrm>
          <a:custGeom>
            <a:rect b="b" l="l" r="r" t="t"/>
            <a:pathLst>
              <a:path extrusionOk="0" h="6536309" w="3634359">
                <a:moveTo>
                  <a:pt x="0" y="6536309"/>
                </a:moveTo>
                <a:lnTo>
                  <a:pt x="3634359" y="0"/>
                </a:lnTo>
                <a:lnTo>
                  <a:pt x="3634359" y="6536309"/>
                </a:lnTo>
                <a:close/>
              </a:path>
            </a:pathLst>
          </a:custGeom>
          <a:solidFill>
            <a:srgbClr val="90C226">
              <a:alpha val="80000"/>
            </a:srgbClr>
          </a:solidFill>
          <a:ln>
            <a:noFill/>
          </a:ln>
        </p:spPr>
      </p:sp>
      <p:sp>
        <p:nvSpPr>
          <p:cNvPr id="316" name="Google Shape;316;p12"/>
          <p:cNvSpPr/>
          <p:nvPr/>
        </p:nvSpPr>
        <p:spPr>
          <a:xfrm>
            <a:off x="0" y="6019800"/>
            <a:ext cx="673132" cy="4267200"/>
          </a:xfrm>
          <a:custGeom>
            <a:rect b="b" l="l" r="r" t="t"/>
            <a:pathLst>
              <a:path extrusionOk="0" h="5689600" w="897509">
                <a:moveTo>
                  <a:pt x="0" y="5689600"/>
                </a:moveTo>
                <a:lnTo>
                  <a:pt x="0" y="0"/>
                </a:lnTo>
                <a:lnTo>
                  <a:pt x="897509" y="5689600"/>
                </a:lnTo>
                <a:close/>
              </a:path>
            </a:pathLst>
          </a:custGeom>
          <a:solidFill>
            <a:srgbClr val="90C226">
              <a:alpha val="84705"/>
            </a:srgbClr>
          </a:solidFill>
          <a:ln>
            <a:noFill/>
          </a:ln>
        </p:spPr>
      </p:sp>
      <p:sp>
        <p:nvSpPr>
          <p:cNvPr id="317" name="Google Shape;317;p12"/>
          <p:cNvSpPr/>
          <p:nvPr/>
        </p:nvSpPr>
        <p:spPr>
          <a:xfrm>
            <a:off x="896750" y="896700"/>
            <a:ext cx="9936372" cy="3238500"/>
          </a:xfrm>
          <a:custGeom>
            <a:rect b="b" l="l" r="r" t="t"/>
            <a:pathLst>
              <a:path extrusionOk="0" h="3238500" w="9936372">
                <a:moveTo>
                  <a:pt x="0" y="0"/>
                </a:moveTo>
                <a:lnTo>
                  <a:pt x="9936372" y="0"/>
                </a:lnTo>
                <a:lnTo>
                  <a:pt x="9936372" y="3238500"/>
                </a:lnTo>
                <a:lnTo>
                  <a:pt x="0" y="32385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5" l="0" r="0" t="-45"/>
            </a:stretch>
          </a:blipFill>
          <a:ln>
            <a:noFill/>
          </a:ln>
        </p:spPr>
      </p:sp>
      <p:sp>
        <p:nvSpPr>
          <p:cNvPr id="318" name="Google Shape;318;p12"/>
          <p:cNvSpPr/>
          <p:nvPr/>
        </p:nvSpPr>
        <p:spPr>
          <a:xfrm>
            <a:off x="5692250" y="4135200"/>
            <a:ext cx="11242348" cy="5255098"/>
          </a:xfrm>
          <a:custGeom>
            <a:rect b="b" l="l" r="r" t="t"/>
            <a:pathLst>
              <a:path extrusionOk="0" h="5255098" w="11242348">
                <a:moveTo>
                  <a:pt x="0" y="0"/>
                </a:moveTo>
                <a:lnTo>
                  <a:pt x="11242348" y="0"/>
                </a:lnTo>
                <a:lnTo>
                  <a:pt x="11242348" y="5255098"/>
                </a:lnTo>
                <a:lnTo>
                  <a:pt x="0" y="52550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3" name="Google Shape;323;p13"/>
          <p:cNvCxnSpPr/>
          <p:nvPr/>
        </p:nvCxnSpPr>
        <p:spPr>
          <a:xfrm rot="4791364">
            <a:off x="9738483" y="5143500"/>
            <a:ext cx="10464869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4" name="Google Shape;324;p13"/>
          <p:cNvCxnSpPr/>
          <p:nvPr/>
        </p:nvCxnSpPr>
        <p:spPr>
          <a:xfrm rot="8776574">
            <a:off x="10406482" y="7904560"/>
            <a:ext cx="8608174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5" name="Google Shape;325;p13"/>
          <p:cNvSpPr/>
          <p:nvPr/>
        </p:nvSpPr>
        <p:spPr>
          <a:xfrm>
            <a:off x="13772214" y="-12700"/>
            <a:ext cx="4511041" cy="10299668"/>
          </a:xfrm>
          <a:custGeom>
            <a:rect b="b" l="l" r="r" t="t"/>
            <a:pathLst>
              <a:path extrusionOk="0" h="13732890" w="6014720">
                <a:moveTo>
                  <a:pt x="4091051" y="0"/>
                </a:moveTo>
                <a:lnTo>
                  <a:pt x="6014720" y="0"/>
                </a:lnTo>
                <a:lnTo>
                  <a:pt x="6014720" y="13732890"/>
                </a:lnTo>
                <a:lnTo>
                  <a:pt x="0" y="13732890"/>
                </a:lnTo>
                <a:lnTo>
                  <a:pt x="4091051" y="0"/>
                </a:lnTo>
                <a:close/>
              </a:path>
            </a:pathLst>
          </a:custGeom>
          <a:solidFill>
            <a:srgbClr val="90C226">
              <a:alpha val="29803"/>
            </a:srgbClr>
          </a:solidFill>
          <a:ln>
            <a:noFill/>
          </a:ln>
        </p:spPr>
      </p:sp>
      <p:sp>
        <p:nvSpPr>
          <p:cNvPr id="326" name="Google Shape;326;p13"/>
          <p:cNvSpPr/>
          <p:nvPr/>
        </p:nvSpPr>
        <p:spPr>
          <a:xfrm>
            <a:off x="14405163" y="-12700"/>
            <a:ext cx="3882866" cy="10299668"/>
          </a:xfrm>
          <a:custGeom>
            <a:rect b="b" l="l" r="r" t="t"/>
            <a:pathLst>
              <a:path extrusionOk="0" h="13732890" w="5177155">
                <a:moveTo>
                  <a:pt x="0" y="0"/>
                </a:moveTo>
                <a:lnTo>
                  <a:pt x="5177155" y="0"/>
                </a:lnTo>
                <a:lnTo>
                  <a:pt x="5177155" y="13732890"/>
                </a:lnTo>
                <a:lnTo>
                  <a:pt x="2418969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90C226">
              <a:alpha val="19607"/>
            </a:srgbClr>
          </a:solidFill>
          <a:ln>
            <a:noFill/>
          </a:ln>
        </p:spPr>
      </p:sp>
      <p:sp>
        <p:nvSpPr>
          <p:cNvPr id="327" name="Google Shape;327;p13"/>
          <p:cNvSpPr/>
          <p:nvPr/>
        </p:nvSpPr>
        <p:spPr>
          <a:xfrm>
            <a:off x="13398499" y="4572000"/>
            <a:ext cx="4889469" cy="5715000"/>
          </a:xfrm>
          <a:custGeom>
            <a:rect b="b" l="l" r="r" t="t"/>
            <a:pathLst>
              <a:path extrusionOk="0" h="7620000" w="6519291">
                <a:moveTo>
                  <a:pt x="0" y="7620000"/>
                </a:moveTo>
                <a:lnTo>
                  <a:pt x="6519291" y="0"/>
                </a:lnTo>
                <a:lnTo>
                  <a:pt x="6519291" y="7620000"/>
                </a:lnTo>
                <a:close/>
              </a:path>
            </a:pathLst>
          </a:custGeom>
          <a:solidFill>
            <a:srgbClr val="54A021">
              <a:alpha val="71764"/>
            </a:srgbClr>
          </a:solidFill>
          <a:ln>
            <a:noFill/>
          </a:ln>
        </p:spPr>
      </p:sp>
      <p:sp>
        <p:nvSpPr>
          <p:cNvPr id="328" name="Google Shape;328;p13"/>
          <p:cNvSpPr/>
          <p:nvPr/>
        </p:nvSpPr>
        <p:spPr>
          <a:xfrm>
            <a:off x="14001750" y="-12700"/>
            <a:ext cx="4281488" cy="10299668"/>
          </a:xfrm>
          <a:custGeom>
            <a:rect b="b" l="l" r="r" t="t"/>
            <a:pathLst>
              <a:path extrusionOk="0" h="13732890" w="5708650">
                <a:moveTo>
                  <a:pt x="0" y="0"/>
                </a:moveTo>
                <a:lnTo>
                  <a:pt x="5708650" y="0"/>
                </a:lnTo>
                <a:lnTo>
                  <a:pt x="5708650" y="13732890"/>
                </a:lnTo>
                <a:lnTo>
                  <a:pt x="4941443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3F7819">
              <a:alpha val="69803"/>
            </a:srgbClr>
          </a:solidFill>
          <a:ln>
            <a:noFill/>
          </a:ln>
        </p:spPr>
      </p:sp>
      <p:sp>
        <p:nvSpPr>
          <p:cNvPr id="329" name="Google Shape;329;p13"/>
          <p:cNvSpPr/>
          <p:nvPr/>
        </p:nvSpPr>
        <p:spPr>
          <a:xfrm>
            <a:off x="16348095" y="-12700"/>
            <a:ext cx="1935194" cy="10299668"/>
          </a:xfrm>
          <a:custGeom>
            <a:rect b="b" l="l" r="r" t="t"/>
            <a:pathLst>
              <a:path extrusionOk="0" h="13732890" w="2580259">
                <a:moveTo>
                  <a:pt x="2039493" y="0"/>
                </a:moveTo>
                <a:lnTo>
                  <a:pt x="2580259" y="0"/>
                </a:lnTo>
                <a:lnTo>
                  <a:pt x="2580259" y="13732890"/>
                </a:lnTo>
                <a:lnTo>
                  <a:pt x="0" y="13732890"/>
                </a:lnTo>
                <a:lnTo>
                  <a:pt x="2039493" y="0"/>
                </a:lnTo>
                <a:close/>
              </a:path>
            </a:pathLst>
          </a:custGeom>
          <a:solidFill>
            <a:srgbClr val="C0E474">
              <a:alpha val="69803"/>
            </a:srgbClr>
          </a:solidFill>
          <a:ln>
            <a:noFill/>
          </a:ln>
        </p:spPr>
      </p:sp>
      <p:sp>
        <p:nvSpPr>
          <p:cNvPr id="330" name="Google Shape;330;p13"/>
          <p:cNvSpPr/>
          <p:nvPr/>
        </p:nvSpPr>
        <p:spPr>
          <a:xfrm>
            <a:off x="16408499" y="-12700"/>
            <a:ext cx="1874710" cy="10299668"/>
          </a:xfrm>
          <a:custGeom>
            <a:rect b="b" l="l" r="r" t="t"/>
            <a:pathLst>
              <a:path extrusionOk="0" h="13732890" w="2499614">
                <a:moveTo>
                  <a:pt x="0" y="0"/>
                </a:moveTo>
                <a:lnTo>
                  <a:pt x="2499614" y="0"/>
                </a:lnTo>
                <a:lnTo>
                  <a:pt x="2499614" y="13732890"/>
                </a:lnTo>
                <a:lnTo>
                  <a:pt x="2218817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90C226">
              <a:alpha val="64705"/>
            </a:srgbClr>
          </a:solidFill>
          <a:ln>
            <a:noFill/>
          </a:ln>
        </p:spPr>
      </p:sp>
      <p:sp>
        <p:nvSpPr>
          <p:cNvPr id="331" name="Google Shape;331;p13"/>
          <p:cNvSpPr/>
          <p:nvPr/>
        </p:nvSpPr>
        <p:spPr>
          <a:xfrm>
            <a:off x="15557499" y="5384801"/>
            <a:ext cx="2725769" cy="4902231"/>
          </a:xfrm>
          <a:custGeom>
            <a:rect b="b" l="l" r="r" t="t"/>
            <a:pathLst>
              <a:path extrusionOk="0" h="6536309" w="3634359">
                <a:moveTo>
                  <a:pt x="0" y="6536309"/>
                </a:moveTo>
                <a:lnTo>
                  <a:pt x="3634359" y="0"/>
                </a:lnTo>
                <a:lnTo>
                  <a:pt x="3634359" y="6536309"/>
                </a:lnTo>
                <a:close/>
              </a:path>
            </a:pathLst>
          </a:custGeom>
          <a:solidFill>
            <a:srgbClr val="90C226">
              <a:alpha val="80000"/>
            </a:srgbClr>
          </a:solidFill>
          <a:ln>
            <a:noFill/>
          </a:ln>
        </p:spPr>
      </p:sp>
      <p:sp>
        <p:nvSpPr>
          <p:cNvPr id="332" name="Google Shape;332;p13"/>
          <p:cNvSpPr/>
          <p:nvPr/>
        </p:nvSpPr>
        <p:spPr>
          <a:xfrm>
            <a:off x="0" y="6019800"/>
            <a:ext cx="673132" cy="4267200"/>
          </a:xfrm>
          <a:custGeom>
            <a:rect b="b" l="l" r="r" t="t"/>
            <a:pathLst>
              <a:path extrusionOk="0" h="5689600" w="897509">
                <a:moveTo>
                  <a:pt x="0" y="5689600"/>
                </a:moveTo>
                <a:lnTo>
                  <a:pt x="0" y="0"/>
                </a:lnTo>
                <a:lnTo>
                  <a:pt x="897509" y="5689600"/>
                </a:lnTo>
                <a:close/>
              </a:path>
            </a:pathLst>
          </a:custGeom>
          <a:solidFill>
            <a:srgbClr val="90C226">
              <a:alpha val="84705"/>
            </a:srgbClr>
          </a:solidFill>
          <a:ln>
            <a:noFill/>
          </a:ln>
        </p:spPr>
      </p:sp>
      <p:sp>
        <p:nvSpPr>
          <p:cNvPr id="333" name="Google Shape;333;p13"/>
          <p:cNvSpPr/>
          <p:nvPr/>
        </p:nvSpPr>
        <p:spPr>
          <a:xfrm>
            <a:off x="0" y="6019800"/>
            <a:ext cx="714947" cy="4267200"/>
          </a:xfrm>
          <a:custGeom>
            <a:rect b="b" l="l" r="r" t="t"/>
            <a:pathLst>
              <a:path extrusionOk="0" h="5689600" w="953262">
                <a:moveTo>
                  <a:pt x="0" y="5689600"/>
                </a:moveTo>
                <a:lnTo>
                  <a:pt x="0" y="0"/>
                </a:lnTo>
                <a:lnTo>
                  <a:pt x="953262" y="5689600"/>
                </a:lnTo>
                <a:close/>
              </a:path>
            </a:pathLst>
          </a:custGeom>
          <a:solidFill>
            <a:srgbClr val="90C226"/>
          </a:solidFill>
          <a:ln>
            <a:noFill/>
          </a:ln>
        </p:spPr>
      </p:sp>
      <p:sp>
        <p:nvSpPr>
          <p:cNvPr id="334" name="Google Shape;334;p13"/>
          <p:cNvSpPr/>
          <p:nvPr/>
        </p:nvSpPr>
        <p:spPr>
          <a:xfrm>
            <a:off x="4274342" y="3651038"/>
            <a:ext cx="9636633" cy="1746314"/>
          </a:xfrm>
          <a:custGeom>
            <a:rect b="b" l="l" r="r" t="t"/>
            <a:pathLst>
              <a:path extrusionOk="0" h="2328418" w="12848844">
                <a:moveTo>
                  <a:pt x="0" y="232791"/>
                </a:moveTo>
                <a:cubicBezTo>
                  <a:pt x="0" y="104267"/>
                  <a:pt x="104267" y="0"/>
                  <a:pt x="232791" y="0"/>
                </a:cubicBezTo>
                <a:lnTo>
                  <a:pt x="12616053" y="0"/>
                </a:lnTo>
                <a:cubicBezTo>
                  <a:pt x="12744704" y="0"/>
                  <a:pt x="12848844" y="104267"/>
                  <a:pt x="12848844" y="232791"/>
                </a:cubicBezTo>
                <a:lnTo>
                  <a:pt x="12848844" y="2095627"/>
                </a:lnTo>
                <a:cubicBezTo>
                  <a:pt x="12848844" y="2224278"/>
                  <a:pt x="12744577" y="2328418"/>
                  <a:pt x="12616053" y="2328418"/>
                </a:cubicBezTo>
                <a:lnTo>
                  <a:pt x="232791" y="2328418"/>
                </a:lnTo>
                <a:cubicBezTo>
                  <a:pt x="104267" y="2328418"/>
                  <a:pt x="0" y="2224278"/>
                  <a:pt x="0" y="2095627"/>
                </a:cubicBezTo>
                <a:close/>
              </a:path>
            </a:pathLst>
          </a:custGeom>
          <a:solidFill>
            <a:srgbClr val="DBE9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3"/>
          <p:cNvSpPr/>
          <p:nvPr/>
        </p:nvSpPr>
        <p:spPr>
          <a:xfrm>
            <a:off x="4274342" y="5833972"/>
            <a:ext cx="9636633" cy="1746313"/>
          </a:xfrm>
          <a:custGeom>
            <a:rect b="b" l="l" r="r" t="t"/>
            <a:pathLst>
              <a:path extrusionOk="0" h="2328418" w="12848844">
                <a:moveTo>
                  <a:pt x="0" y="232791"/>
                </a:moveTo>
                <a:cubicBezTo>
                  <a:pt x="0" y="104267"/>
                  <a:pt x="104267" y="0"/>
                  <a:pt x="232791" y="0"/>
                </a:cubicBezTo>
                <a:lnTo>
                  <a:pt x="12616053" y="0"/>
                </a:lnTo>
                <a:cubicBezTo>
                  <a:pt x="12744704" y="0"/>
                  <a:pt x="12848844" y="104267"/>
                  <a:pt x="12848844" y="232791"/>
                </a:cubicBezTo>
                <a:lnTo>
                  <a:pt x="12848844" y="2095627"/>
                </a:lnTo>
                <a:cubicBezTo>
                  <a:pt x="12848844" y="2224278"/>
                  <a:pt x="12744577" y="2328418"/>
                  <a:pt x="12616053" y="2328418"/>
                </a:cubicBezTo>
                <a:lnTo>
                  <a:pt x="232791" y="2328418"/>
                </a:lnTo>
                <a:cubicBezTo>
                  <a:pt x="104267" y="2328418"/>
                  <a:pt x="0" y="2224278"/>
                  <a:pt x="0" y="2095627"/>
                </a:cubicBezTo>
                <a:close/>
              </a:path>
            </a:pathLst>
          </a:custGeom>
          <a:solidFill>
            <a:srgbClr val="DBE9C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3"/>
          <p:cNvSpPr/>
          <p:nvPr/>
        </p:nvSpPr>
        <p:spPr>
          <a:xfrm>
            <a:off x="4724400" y="3993584"/>
            <a:ext cx="1061256" cy="1061256"/>
          </a:xfrm>
          <a:custGeom>
            <a:rect b="b" l="l" r="r" t="t"/>
            <a:pathLst>
              <a:path extrusionOk="0" h="1061256" w="1061256">
                <a:moveTo>
                  <a:pt x="0" y="0"/>
                </a:moveTo>
                <a:lnTo>
                  <a:pt x="1061256" y="0"/>
                </a:lnTo>
                <a:lnTo>
                  <a:pt x="1061256" y="1061256"/>
                </a:lnTo>
                <a:lnTo>
                  <a:pt x="0" y="10612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7" name="Google Shape;337;p13"/>
          <p:cNvSpPr/>
          <p:nvPr/>
        </p:nvSpPr>
        <p:spPr>
          <a:xfrm>
            <a:off x="4682000" y="6155318"/>
            <a:ext cx="1103657" cy="1103657"/>
          </a:xfrm>
          <a:custGeom>
            <a:rect b="b" l="l" r="r" t="t"/>
            <a:pathLst>
              <a:path extrusionOk="0" h="1103657" w="1103657">
                <a:moveTo>
                  <a:pt x="0" y="0"/>
                </a:moveTo>
                <a:lnTo>
                  <a:pt x="1103656" y="0"/>
                </a:lnTo>
                <a:lnTo>
                  <a:pt x="1103656" y="1103656"/>
                </a:lnTo>
                <a:lnTo>
                  <a:pt x="0" y="11036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8" name="Google Shape;338;p13"/>
          <p:cNvSpPr txBox="1"/>
          <p:nvPr/>
        </p:nvSpPr>
        <p:spPr>
          <a:xfrm>
            <a:off x="4365782" y="475403"/>
            <a:ext cx="9453780" cy="1099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480" u="none" cap="none" strike="noStrike">
                <a:solidFill>
                  <a:srgbClr val="90C226"/>
                </a:solidFill>
                <a:latin typeface="Trebuchet MS"/>
                <a:ea typeface="Trebuchet MS"/>
                <a:cs typeface="Trebuchet MS"/>
                <a:sym typeface="Trebuchet MS"/>
              </a:rPr>
              <a:t>Tarea 2</a:t>
            </a:r>
            <a:endParaRPr/>
          </a:p>
        </p:txBody>
      </p:sp>
      <p:sp>
        <p:nvSpPr>
          <p:cNvPr id="339" name="Google Shape;339;p13"/>
          <p:cNvSpPr txBox="1"/>
          <p:nvPr/>
        </p:nvSpPr>
        <p:spPr>
          <a:xfrm>
            <a:off x="6371083" y="3895562"/>
            <a:ext cx="7460206" cy="12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Investigar sobre PVST y RPVST en términos de funcionamiento, convergencia, ventajas y desventajas de cada una. (60%)</a:t>
            </a:r>
            <a:endParaRPr/>
          </a:p>
        </p:txBody>
      </p:sp>
      <p:sp>
        <p:nvSpPr>
          <p:cNvPr id="340" name="Google Shape;340;p13"/>
          <p:cNvSpPr txBox="1"/>
          <p:nvPr/>
        </p:nvSpPr>
        <p:spPr>
          <a:xfrm>
            <a:off x="6371083" y="6288046"/>
            <a:ext cx="7460206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Captura de pantalla de la información de su perfil en NetAcad. (40%)</a:t>
            </a:r>
            <a:endParaRPr/>
          </a:p>
        </p:txBody>
      </p:sp>
      <p:sp>
        <p:nvSpPr>
          <p:cNvPr id="341" name="Google Shape;341;p13"/>
          <p:cNvSpPr txBox="1"/>
          <p:nvPr/>
        </p:nvSpPr>
        <p:spPr>
          <a:xfrm>
            <a:off x="4682000" y="1546013"/>
            <a:ext cx="6858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233944"/>
                </a:solidFill>
                <a:latin typeface="Arimo"/>
                <a:ea typeface="Arimo"/>
                <a:cs typeface="Arimo"/>
                <a:sym typeface="Arimo"/>
              </a:rPr>
              <a:t>Fecha de entrega: 12/02/2024</a:t>
            </a:r>
            <a:endParaRPr/>
          </a:p>
        </p:txBody>
      </p:sp>
      <p:sp>
        <p:nvSpPr>
          <p:cNvPr id="342" name="Google Shape;342;p13"/>
          <p:cNvSpPr txBox="1"/>
          <p:nvPr/>
        </p:nvSpPr>
        <p:spPr>
          <a:xfrm>
            <a:off x="4682000" y="2136563"/>
            <a:ext cx="6858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233944"/>
                </a:solidFill>
                <a:latin typeface="Arimo"/>
                <a:ea typeface="Arimo"/>
                <a:cs typeface="Arimo"/>
                <a:sym typeface="Arimo"/>
              </a:rPr>
              <a:t>Archivo PDF</a:t>
            </a:r>
            <a:endParaRPr/>
          </a:p>
        </p:txBody>
      </p:sp>
      <p:sp>
        <p:nvSpPr>
          <p:cNvPr id="343" name="Google Shape;343;p13"/>
          <p:cNvSpPr txBox="1"/>
          <p:nvPr/>
        </p:nvSpPr>
        <p:spPr>
          <a:xfrm>
            <a:off x="4682000" y="2727113"/>
            <a:ext cx="6858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233944"/>
                </a:solidFill>
                <a:latin typeface="Arimo"/>
                <a:ea typeface="Arimo"/>
                <a:cs typeface="Arimo"/>
                <a:sym typeface="Arimo"/>
              </a:rPr>
              <a:t>[Redes2]T2_#carnet.pdf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8" name="Google Shape;348;p14"/>
          <p:cNvCxnSpPr/>
          <p:nvPr/>
        </p:nvCxnSpPr>
        <p:spPr>
          <a:xfrm rot="4791364">
            <a:off x="9738483" y="5143500"/>
            <a:ext cx="10464869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9" name="Google Shape;349;p14"/>
          <p:cNvCxnSpPr/>
          <p:nvPr/>
        </p:nvCxnSpPr>
        <p:spPr>
          <a:xfrm rot="8776574">
            <a:off x="10406482" y="7904560"/>
            <a:ext cx="8608174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0" name="Google Shape;350;p14"/>
          <p:cNvSpPr/>
          <p:nvPr/>
        </p:nvSpPr>
        <p:spPr>
          <a:xfrm>
            <a:off x="13772214" y="-12700"/>
            <a:ext cx="4511041" cy="10299668"/>
          </a:xfrm>
          <a:custGeom>
            <a:rect b="b" l="l" r="r" t="t"/>
            <a:pathLst>
              <a:path extrusionOk="0" h="13732890" w="6014720">
                <a:moveTo>
                  <a:pt x="4091051" y="0"/>
                </a:moveTo>
                <a:lnTo>
                  <a:pt x="6014720" y="0"/>
                </a:lnTo>
                <a:lnTo>
                  <a:pt x="6014720" y="13732890"/>
                </a:lnTo>
                <a:lnTo>
                  <a:pt x="0" y="13732890"/>
                </a:lnTo>
                <a:lnTo>
                  <a:pt x="4091051" y="0"/>
                </a:lnTo>
                <a:close/>
              </a:path>
            </a:pathLst>
          </a:custGeom>
          <a:solidFill>
            <a:srgbClr val="90C226">
              <a:alpha val="29803"/>
            </a:srgbClr>
          </a:solidFill>
          <a:ln>
            <a:noFill/>
          </a:ln>
        </p:spPr>
      </p:sp>
      <p:sp>
        <p:nvSpPr>
          <p:cNvPr id="351" name="Google Shape;351;p14"/>
          <p:cNvSpPr/>
          <p:nvPr/>
        </p:nvSpPr>
        <p:spPr>
          <a:xfrm>
            <a:off x="14405163" y="-12700"/>
            <a:ext cx="3882866" cy="10299668"/>
          </a:xfrm>
          <a:custGeom>
            <a:rect b="b" l="l" r="r" t="t"/>
            <a:pathLst>
              <a:path extrusionOk="0" h="13732890" w="5177155">
                <a:moveTo>
                  <a:pt x="0" y="0"/>
                </a:moveTo>
                <a:lnTo>
                  <a:pt x="5177155" y="0"/>
                </a:lnTo>
                <a:lnTo>
                  <a:pt x="5177155" y="13732890"/>
                </a:lnTo>
                <a:lnTo>
                  <a:pt x="2418969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90C226">
              <a:alpha val="19607"/>
            </a:srgbClr>
          </a:solidFill>
          <a:ln>
            <a:noFill/>
          </a:ln>
        </p:spPr>
      </p:sp>
      <p:sp>
        <p:nvSpPr>
          <p:cNvPr id="352" name="Google Shape;352;p14"/>
          <p:cNvSpPr/>
          <p:nvPr/>
        </p:nvSpPr>
        <p:spPr>
          <a:xfrm>
            <a:off x="13398499" y="4572000"/>
            <a:ext cx="4889469" cy="5715000"/>
          </a:xfrm>
          <a:custGeom>
            <a:rect b="b" l="l" r="r" t="t"/>
            <a:pathLst>
              <a:path extrusionOk="0" h="7620000" w="6519291">
                <a:moveTo>
                  <a:pt x="0" y="7620000"/>
                </a:moveTo>
                <a:lnTo>
                  <a:pt x="6519291" y="0"/>
                </a:lnTo>
                <a:lnTo>
                  <a:pt x="6519291" y="7620000"/>
                </a:lnTo>
                <a:close/>
              </a:path>
            </a:pathLst>
          </a:custGeom>
          <a:solidFill>
            <a:srgbClr val="54A021">
              <a:alpha val="71764"/>
            </a:srgbClr>
          </a:solidFill>
          <a:ln>
            <a:noFill/>
          </a:ln>
        </p:spPr>
      </p:sp>
      <p:sp>
        <p:nvSpPr>
          <p:cNvPr id="353" name="Google Shape;353;p14"/>
          <p:cNvSpPr/>
          <p:nvPr/>
        </p:nvSpPr>
        <p:spPr>
          <a:xfrm>
            <a:off x="14001750" y="-12700"/>
            <a:ext cx="4281488" cy="10299668"/>
          </a:xfrm>
          <a:custGeom>
            <a:rect b="b" l="l" r="r" t="t"/>
            <a:pathLst>
              <a:path extrusionOk="0" h="13732890" w="5708650">
                <a:moveTo>
                  <a:pt x="0" y="0"/>
                </a:moveTo>
                <a:lnTo>
                  <a:pt x="5708650" y="0"/>
                </a:lnTo>
                <a:lnTo>
                  <a:pt x="5708650" y="13732890"/>
                </a:lnTo>
                <a:lnTo>
                  <a:pt x="4941443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3F7819">
              <a:alpha val="69803"/>
            </a:srgbClr>
          </a:solidFill>
          <a:ln>
            <a:noFill/>
          </a:ln>
        </p:spPr>
      </p:sp>
      <p:sp>
        <p:nvSpPr>
          <p:cNvPr id="354" name="Google Shape;354;p14"/>
          <p:cNvSpPr/>
          <p:nvPr/>
        </p:nvSpPr>
        <p:spPr>
          <a:xfrm>
            <a:off x="16348095" y="-12700"/>
            <a:ext cx="1935194" cy="10299668"/>
          </a:xfrm>
          <a:custGeom>
            <a:rect b="b" l="l" r="r" t="t"/>
            <a:pathLst>
              <a:path extrusionOk="0" h="13732890" w="2580259">
                <a:moveTo>
                  <a:pt x="2039493" y="0"/>
                </a:moveTo>
                <a:lnTo>
                  <a:pt x="2580259" y="0"/>
                </a:lnTo>
                <a:lnTo>
                  <a:pt x="2580259" y="13732890"/>
                </a:lnTo>
                <a:lnTo>
                  <a:pt x="0" y="13732890"/>
                </a:lnTo>
                <a:lnTo>
                  <a:pt x="2039493" y="0"/>
                </a:lnTo>
                <a:close/>
              </a:path>
            </a:pathLst>
          </a:custGeom>
          <a:solidFill>
            <a:srgbClr val="C0E474">
              <a:alpha val="69803"/>
            </a:srgbClr>
          </a:solidFill>
          <a:ln>
            <a:noFill/>
          </a:ln>
        </p:spPr>
      </p:sp>
      <p:sp>
        <p:nvSpPr>
          <p:cNvPr id="355" name="Google Shape;355;p14"/>
          <p:cNvSpPr/>
          <p:nvPr/>
        </p:nvSpPr>
        <p:spPr>
          <a:xfrm>
            <a:off x="16408499" y="-12700"/>
            <a:ext cx="1874710" cy="10299668"/>
          </a:xfrm>
          <a:custGeom>
            <a:rect b="b" l="l" r="r" t="t"/>
            <a:pathLst>
              <a:path extrusionOk="0" h="13732890" w="2499614">
                <a:moveTo>
                  <a:pt x="0" y="0"/>
                </a:moveTo>
                <a:lnTo>
                  <a:pt x="2499614" y="0"/>
                </a:lnTo>
                <a:lnTo>
                  <a:pt x="2499614" y="13732890"/>
                </a:lnTo>
                <a:lnTo>
                  <a:pt x="2218817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90C226">
              <a:alpha val="64705"/>
            </a:srgbClr>
          </a:solidFill>
          <a:ln>
            <a:noFill/>
          </a:ln>
        </p:spPr>
      </p:sp>
      <p:sp>
        <p:nvSpPr>
          <p:cNvPr id="356" name="Google Shape;356;p14"/>
          <p:cNvSpPr/>
          <p:nvPr/>
        </p:nvSpPr>
        <p:spPr>
          <a:xfrm>
            <a:off x="15557499" y="5384801"/>
            <a:ext cx="2725769" cy="4902231"/>
          </a:xfrm>
          <a:custGeom>
            <a:rect b="b" l="l" r="r" t="t"/>
            <a:pathLst>
              <a:path extrusionOk="0" h="6536309" w="3634359">
                <a:moveTo>
                  <a:pt x="0" y="6536309"/>
                </a:moveTo>
                <a:lnTo>
                  <a:pt x="3634359" y="0"/>
                </a:lnTo>
                <a:lnTo>
                  <a:pt x="3634359" y="6536309"/>
                </a:lnTo>
                <a:close/>
              </a:path>
            </a:pathLst>
          </a:custGeom>
          <a:solidFill>
            <a:srgbClr val="90C226">
              <a:alpha val="80000"/>
            </a:srgbClr>
          </a:solidFill>
          <a:ln>
            <a:noFill/>
          </a:ln>
        </p:spPr>
      </p:sp>
      <p:sp>
        <p:nvSpPr>
          <p:cNvPr id="357" name="Google Shape;357;p14"/>
          <p:cNvSpPr/>
          <p:nvPr/>
        </p:nvSpPr>
        <p:spPr>
          <a:xfrm>
            <a:off x="0" y="6019800"/>
            <a:ext cx="673132" cy="4267200"/>
          </a:xfrm>
          <a:custGeom>
            <a:rect b="b" l="l" r="r" t="t"/>
            <a:pathLst>
              <a:path extrusionOk="0" h="5689600" w="897509">
                <a:moveTo>
                  <a:pt x="0" y="5689600"/>
                </a:moveTo>
                <a:lnTo>
                  <a:pt x="0" y="0"/>
                </a:lnTo>
                <a:lnTo>
                  <a:pt x="897509" y="5689600"/>
                </a:lnTo>
                <a:close/>
              </a:path>
            </a:pathLst>
          </a:custGeom>
          <a:solidFill>
            <a:srgbClr val="90C226">
              <a:alpha val="84705"/>
            </a:srgbClr>
          </a:solidFill>
          <a:ln>
            <a:noFill/>
          </a:ln>
        </p:spPr>
      </p:sp>
      <p:cxnSp>
        <p:nvCxnSpPr>
          <p:cNvPr id="358" name="Google Shape;358;p14"/>
          <p:cNvCxnSpPr/>
          <p:nvPr/>
        </p:nvCxnSpPr>
        <p:spPr>
          <a:xfrm rot="4791364">
            <a:off x="9738485" y="5143500"/>
            <a:ext cx="10464869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9" name="Google Shape;359;p14"/>
          <p:cNvCxnSpPr/>
          <p:nvPr/>
        </p:nvCxnSpPr>
        <p:spPr>
          <a:xfrm rot="8776574">
            <a:off x="10406483" y="7904560"/>
            <a:ext cx="8608175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0" name="Google Shape;360;p14"/>
          <p:cNvSpPr/>
          <p:nvPr/>
        </p:nvSpPr>
        <p:spPr>
          <a:xfrm>
            <a:off x="13772216" y="-12700"/>
            <a:ext cx="4511040" cy="10299668"/>
          </a:xfrm>
          <a:custGeom>
            <a:rect b="b" l="l" r="r" t="t"/>
            <a:pathLst>
              <a:path extrusionOk="0" h="13732890" w="6014720">
                <a:moveTo>
                  <a:pt x="4091051" y="0"/>
                </a:moveTo>
                <a:lnTo>
                  <a:pt x="6014720" y="0"/>
                </a:lnTo>
                <a:lnTo>
                  <a:pt x="6014720" y="13732890"/>
                </a:lnTo>
                <a:lnTo>
                  <a:pt x="0" y="13732890"/>
                </a:lnTo>
                <a:lnTo>
                  <a:pt x="4091051" y="0"/>
                </a:lnTo>
                <a:close/>
              </a:path>
            </a:pathLst>
          </a:custGeom>
          <a:solidFill>
            <a:srgbClr val="90C226">
              <a:alpha val="29803"/>
            </a:srgbClr>
          </a:solidFill>
          <a:ln>
            <a:noFill/>
          </a:ln>
        </p:spPr>
      </p:sp>
      <p:sp>
        <p:nvSpPr>
          <p:cNvPr id="361" name="Google Shape;361;p14"/>
          <p:cNvSpPr/>
          <p:nvPr/>
        </p:nvSpPr>
        <p:spPr>
          <a:xfrm>
            <a:off x="14405165" y="-12700"/>
            <a:ext cx="3882865" cy="10299668"/>
          </a:xfrm>
          <a:custGeom>
            <a:rect b="b" l="l" r="r" t="t"/>
            <a:pathLst>
              <a:path extrusionOk="0" h="13732890" w="5177155">
                <a:moveTo>
                  <a:pt x="0" y="0"/>
                </a:moveTo>
                <a:lnTo>
                  <a:pt x="5177155" y="0"/>
                </a:lnTo>
                <a:lnTo>
                  <a:pt x="5177155" y="13732890"/>
                </a:lnTo>
                <a:lnTo>
                  <a:pt x="2418969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90C226">
              <a:alpha val="19607"/>
            </a:srgbClr>
          </a:solidFill>
          <a:ln>
            <a:noFill/>
          </a:ln>
        </p:spPr>
      </p:sp>
      <p:sp>
        <p:nvSpPr>
          <p:cNvPr id="362" name="Google Shape;362;p14"/>
          <p:cNvSpPr/>
          <p:nvPr/>
        </p:nvSpPr>
        <p:spPr>
          <a:xfrm>
            <a:off x="13398501" y="4572000"/>
            <a:ext cx="4889468" cy="5715000"/>
          </a:xfrm>
          <a:custGeom>
            <a:rect b="b" l="l" r="r" t="t"/>
            <a:pathLst>
              <a:path extrusionOk="0" h="7620000" w="6519291">
                <a:moveTo>
                  <a:pt x="0" y="7620000"/>
                </a:moveTo>
                <a:lnTo>
                  <a:pt x="6519291" y="0"/>
                </a:lnTo>
                <a:lnTo>
                  <a:pt x="6519291" y="7620000"/>
                </a:lnTo>
                <a:close/>
              </a:path>
            </a:pathLst>
          </a:custGeom>
          <a:solidFill>
            <a:srgbClr val="54A021">
              <a:alpha val="71764"/>
            </a:srgbClr>
          </a:solidFill>
          <a:ln>
            <a:noFill/>
          </a:ln>
        </p:spPr>
      </p:sp>
      <p:sp>
        <p:nvSpPr>
          <p:cNvPr id="363" name="Google Shape;363;p14"/>
          <p:cNvSpPr/>
          <p:nvPr/>
        </p:nvSpPr>
        <p:spPr>
          <a:xfrm>
            <a:off x="14001752" y="-12700"/>
            <a:ext cx="4281487" cy="10299668"/>
          </a:xfrm>
          <a:custGeom>
            <a:rect b="b" l="l" r="r" t="t"/>
            <a:pathLst>
              <a:path extrusionOk="0" h="13732890" w="5708650">
                <a:moveTo>
                  <a:pt x="0" y="0"/>
                </a:moveTo>
                <a:lnTo>
                  <a:pt x="5708650" y="0"/>
                </a:lnTo>
                <a:lnTo>
                  <a:pt x="5708650" y="13732890"/>
                </a:lnTo>
                <a:lnTo>
                  <a:pt x="4941443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3F7819">
              <a:alpha val="69803"/>
            </a:srgbClr>
          </a:solidFill>
          <a:ln>
            <a:noFill/>
          </a:ln>
        </p:spPr>
      </p:sp>
      <p:sp>
        <p:nvSpPr>
          <p:cNvPr id="364" name="Google Shape;364;p14"/>
          <p:cNvSpPr/>
          <p:nvPr/>
        </p:nvSpPr>
        <p:spPr>
          <a:xfrm>
            <a:off x="16348097" y="-12700"/>
            <a:ext cx="1935194" cy="10299668"/>
          </a:xfrm>
          <a:custGeom>
            <a:rect b="b" l="l" r="r" t="t"/>
            <a:pathLst>
              <a:path extrusionOk="0" h="13732890" w="2580259">
                <a:moveTo>
                  <a:pt x="2039493" y="0"/>
                </a:moveTo>
                <a:lnTo>
                  <a:pt x="2580259" y="0"/>
                </a:lnTo>
                <a:lnTo>
                  <a:pt x="2580259" y="13732890"/>
                </a:lnTo>
                <a:lnTo>
                  <a:pt x="0" y="13732890"/>
                </a:lnTo>
                <a:lnTo>
                  <a:pt x="2039493" y="0"/>
                </a:lnTo>
                <a:close/>
              </a:path>
            </a:pathLst>
          </a:custGeom>
          <a:solidFill>
            <a:srgbClr val="C0E474">
              <a:alpha val="69803"/>
            </a:srgbClr>
          </a:solidFill>
          <a:ln>
            <a:noFill/>
          </a:ln>
        </p:spPr>
      </p:sp>
      <p:sp>
        <p:nvSpPr>
          <p:cNvPr id="365" name="Google Shape;365;p14"/>
          <p:cNvSpPr/>
          <p:nvPr/>
        </p:nvSpPr>
        <p:spPr>
          <a:xfrm>
            <a:off x="16408500" y="-12700"/>
            <a:ext cx="1874711" cy="10299668"/>
          </a:xfrm>
          <a:custGeom>
            <a:rect b="b" l="l" r="r" t="t"/>
            <a:pathLst>
              <a:path extrusionOk="0" h="13732890" w="2499614">
                <a:moveTo>
                  <a:pt x="0" y="0"/>
                </a:moveTo>
                <a:lnTo>
                  <a:pt x="2499614" y="0"/>
                </a:lnTo>
                <a:lnTo>
                  <a:pt x="2499614" y="13732890"/>
                </a:lnTo>
                <a:lnTo>
                  <a:pt x="2218817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90C226">
              <a:alpha val="64705"/>
            </a:srgbClr>
          </a:solidFill>
          <a:ln>
            <a:noFill/>
          </a:ln>
        </p:spPr>
      </p:sp>
      <p:sp>
        <p:nvSpPr>
          <p:cNvPr id="366" name="Google Shape;366;p14"/>
          <p:cNvSpPr/>
          <p:nvPr/>
        </p:nvSpPr>
        <p:spPr>
          <a:xfrm>
            <a:off x="15557501" y="5384801"/>
            <a:ext cx="2725770" cy="4902231"/>
          </a:xfrm>
          <a:custGeom>
            <a:rect b="b" l="l" r="r" t="t"/>
            <a:pathLst>
              <a:path extrusionOk="0" h="6536309" w="3634359">
                <a:moveTo>
                  <a:pt x="0" y="6536309"/>
                </a:moveTo>
                <a:lnTo>
                  <a:pt x="3634359" y="0"/>
                </a:lnTo>
                <a:lnTo>
                  <a:pt x="3634359" y="6536309"/>
                </a:lnTo>
                <a:close/>
              </a:path>
            </a:pathLst>
          </a:custGeom>
          <a:solidFill>
            <a:srgbClr val="90C226">
              <a:alpha val="80000"/>
            </a:srgbClr>
          </a:solidFill>
          <a:ln>
            <a:noFill/>
          </a:ln>
        </p:spPr>
      </p:sp>
      <p:sp>
        <p:nvSpPr>
          <p:cNvPr id="367" name="Google Shape;367;p14"/>
          <p:cNvSpPr/>
          <p:nvPr/>
        </p:nvSpPr>
        <p:spPr>
          <a:xfrm>
            <a:off x="0" y="6019800"/>
            <a:ext cx="673132" cy="4267200"/>
          </a:xfrm>
          <a:custGeom>
            <a:rect b="b" l="l" r="r" t="t"/>
            <a:pathLst>
              <a:path extrusionOk="0" h="5689600" w="897509">
                <a:moveTo>
                  <a:pt x="0" y="5689600"/>
                </a:moveTo>
                <a:lnTo>
                  <a:pt x="0" y="0"/>
                </a:lnTo>
                <a:lnTo>
                  <a:pt x="897509" y="5689600"/>
                </a:lnTo>
                <a:close/>
              </a:path>
            </a:pathLst>
          </a:custGeom>
          <a:solidFill>
            <a:srgbClr val="90C226">
              <a:alpha val="84705"/>
            </a:srgbClr>
          </a:solidFill>
          <a:ln>
            <a:noFill/>
          </a:ln>
        </p:spPr>
      </p:sp>
      <p:sp>
        <p:nvSpPr>
          <p:cNvPr id="368" name="Google Shape;368;p14"/>
          <p:cNvSpPr/>
          <p:nvPr/>
        </p:nvSpPr>
        <p:spPr>
          <a:xfrm>
            <a:off x="0" y="0"/>
            <a:ext cx="18283428" cy="10287000"/>
          </a:xfrm>
          <a:custGeom>
            <a:rect b="b" l="l" r="r" t="t"/>
            <a:pathLst>
              <a:path extrusionOk="0" h="13716000" w="24377904">
                <a:moveTo>
                  <a:pt x="0" y="0"/>
                </a:moveTo>
                <a:lnTo>
                  <a:pt x="24377904" y="0"/>
                </a:lnTo>
                <a:lnTo>
                  <a:pt x="24377904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54A021"/>
          </a:solidFill>
          <a:ln>
            <a:noFill/>
          </a:ln>
        </p:spPr>
      </p:sp>
      <p:cxnSp>
        <p:nvCxnSpPr>
          <p:cNvPr id="369" name="Google Shape;369;p14"/>
          <p:cNvCxnSpPr/>
          <p:nvPr/>
        </p:nvCxnSpPr>
        <p:spPr>
          <a:xfrm rot="8776574">
            <a:off x="10406483" y="7904560"/>
            <a:ext cx="8608175" cy="0"/>
          </a:xfrm>
          <a:prstGeom prst="straightConnector1">
            <a:avLst/>
          </a:prstGeom>
          <a:noFill/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0" name="Google Shape;370;p14"/>
          <p:cNvSpPr/>
          <p:nvPr/>
        </p:nvSpPr>
        <p:spPr>
          <a:xfrm>
            <a:off x="13772216" y="-12700"/>
            <a:ext cx="4511040" cy="10299668"/>
          </a:xfrm>
          <a:custGeom>
            <a:rect b="b" l="l" r="r" t="t"/>
            <a:pathLst>
              <a:path extrusionOk="0" h="13732890" w="6014720">
                <a:moveTo>
                  <a:pt x="4091051" y="0"/>
                </a:moveTo>
                <a:lnTo>
                  <a:pt x="6014720" y="0"/>
                </a:lnTo>
                <a:lnTo>
                  <a:pt x="6014720" y="13732890"/>
                </a:lnTo>
                <a:lnTo>
                  <a:pt x="0" y="13732890"/>
                </a:lnTo>
                <a:lnTo>
                  <a:pt x="4091051" y="0"/>
                </a:lnTo>
                <a:close/>
              </a:path>
            </a:pathLst>
          </a:custGeom>
          <a:solidFill>
            <a:srgbClr val="90C226">
              <a:alpha val="29803"/>
            </a:srgbClr>
          </a:solidFill>
          <a:ln>
            <a:noFill/>
          </a:ln>
        </p:spPr>
      </p:sp>
      <p:sp>
        <p:nvSpPr>
          <p:cNvPr id="371" name="Google Shape;371;p14"/>
          <p:cNvSpPr/>
          <p:nvPr/>
        </p:nvSpPr>
        <p:spPr>
          <a:xfrm>
            <a:off x="14405165" y="-12700"/>
            <a:ext cx="3882865" cy="10299668"/>
          </a:xfrm>
          <a:custGeom>
            <a:rect b="b" l="l" r="r" t="t"/>
            <a:pathLst>
              <a:path extrusionOk="0" h="13732890" w="5177155">
                <a:moveTo>
                  <a:pt x="0" y="0"/>
                </a:moveTo>
                <a:lnTo>
                  <a:pt x="5177155" y="0"/>
                </a:lnTo>
                <a:lnTo>
                  <a:pt x="5177155" y="13732890"/>
                </a:lnTo>
                <a:lnTo>
                  <a:pt x="2418969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90C226">
              <a:alpha val="19607"/>
            </a:srgbClr>
          </a:solidFill>
          <a:ln>
            <a:noFill/>
          </a:ln>
        </p:spPr>
      </p:sp>
      <p:sp>
        <p:nvSpPr>
          <p:cNvPr id="372" name="Google Shape;372;p14"/>
          <p:cNvSpPr/>
          <p:nvPr/>
        </p:nvSpPr>
        <p:spPr>
          <a:xfrm>
            <a:off x="13398501" y="4572000"/>
            <a:ext cx="4889468" cy="5715000"/>
          </a:xfrm>
          <a:custGeom>
            <a:rect b="b" l="l" r="r" t="t"/>
            <a:pathLst>
              <a:path extrusionOk="0" h="7620000" w="6519291">
                <a:moveTo>
                  <a:pt x="0" y="7620000"/>
                </a:moveTo>
                <a:lnTo>
                  <a:pt x="6519291" y="0"/>
                </a:lnTo>
                <a:lnTo>
                  <a:pt x="6519291" y="7620000"/>
                </a:lnTo>
                <a:close/>
              </a:path>
            </a:pathLst>
          </a:custGeom>
          <a:solidFill>
            <a:srgbClr val="54A021">
              <a:alpha val="71764"/>
            </a:srgbClr>
          </a:solidFill>
          <a:ln>
            <a:noFill/>
          </a:ln>
        </p:spPr>
      </p:sp>
      <p:sp>
        <p:nvSpPr>
          <p:cNvPr id="373" name="Google Shape;373;p14"/>
          <p:cNvSpPr/>
          <p:nvPr/>
        </p:nvSpPr>
        <p:spPr>
          <a:xfrm>
            <a:off x="14001752" y="-12700"/>
            <a:ext cx="4281487" cy="10299668"/>
          </a:xfrm>
          <a:custGeom>
            <a:rect b="b" l="l" r="r" t="t"/>
            <a:pathLst>
              <a:path extrusionOk="0" h="13732890" w="5708650">
                <a:moveTo>
                  <a:pt x="0" y="0"/>
                </a:moveTo>
                <a:lnTo>
                  <a:pt x="5708650" y="0"/>
                </a:lnTo>
                <a:lnTo>
                  <a:pt x="5708650" y="13732890"/>
                </a:lnTo>
                <a:lnTo>
                  <a:pt x="4941443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3F7819">
              <a:alpha val="69803"/>
            </a:srgbClr>
          </a:solidFill>
          <a:ln>
            <a:noFill/>
          </a:ln>
        </p:spPr>
      </p:sp>
      <p:sp>
        <p:nvSpPr>
          <p:cNvPr id="374" name="Google Shape;374;p14"/>
          <p:cNvSpPr/>
          <p:nvPr/>
        </p:nvSpPr>
        <p:spPr>
          <a:xfrm>
            <a:off x="16348097" y="-12700"/>
            <a:ext cx="1935194" cy="10299668"/>
          </a:xfrm>
          <a:custGeom>
            <a:rect b="b" l="l" r="r" t="t"/>
            <a:pathLst>
              <a:path extrusionOk="0" h="13732890" w="2580259">
                <a:moveTo>
                  <a:pt x="2039493" y="0"/>
                </a:moveTo>
                <a:lnTo>
                  <a:pt x="2580259" y="0"/>
                </a:lnTo>
                <a:lnTo>
                  <a:pt x="2580259" y="13732890"/>
                </a:lnTo>
                <a:lnTo>
                  <a:pt x="0" y="13732890"/>
                </a:lnTo>
                <a:lnTo>
                  <a:pt x="2039493" y="0"/>
                </a:lnTo>
                <a:close/>
              </a:path>
            </a:pathLst>
          </a:custGeom>
          <a:solidFill>
            <a:srgbClr val="C0E474">
              <a:alpha val="69803"/>
            </a:srgbClr>
          </a:solidFill>
          <a:ln>
            <a:noFill/>
          </a:ln>
        </p:spPr>
      </p:sp>
      <p:sp>
        <p:nvSpPr>
          <p:cNvPr id="375" name="Google Shape;375;p14"/>
          <p:cNvSpPr/>
          <p:nvPr/>
        </p:nvSpPr>
        <p:spPr>
          <a:xfrm>
            <a:off x="16408500" y="-12700"/>
            <a:ext cx="1874711" cy="10299668"/>
          </a:xfrm>
          <a:custGeom>
            <a:rect b="b" l="l" r="r" t="t"/>
            <a:pathLst>
              <a:path extrusionOk="0" h="13732890" w="2499614">
                <a:moveTo>
                  <a:pt x="0" y="0"/>
                </a:moveTo>
                <a:lnTo>
                  <a:pt x="2499614" y="0"/>
                </a:lnTo>
                <a:lnTo>
                  <a:pt x="2499614" y="13732890"/>
                </a:lnTo>
                <a:lnTo>
                  <a:pt x="2218817" y="13732890"/>
                </a:lnTo>
                <a:lnTo>
                  <a:pt x="0" y="0"/>
                </a:lnTo>
                <a:close/>
              </a:path>
            </a:pathLst>
          </a:custGeom>
          <a:solidFill>
            <a:srgbClr val="90C226">
              <a:alpha val="64705"/>
            </a:srgbClr>
          </a:solidFill>
          <a:ln>
            <a:noFill/>
          </a:ln>
        </p:spPr>
      </p:sp>
      <p:sp>
        <p:nvSpPr>
          <p:cNvPr id="376" name="Google Shape;376;p14"/>
          <p:cNvSpPr/>
          <p:nvPr/>
        </p:nvSpPr>
        <p:spPr>
          <a:xfrm>
            <a:off x="15557501" y="5384801"/>
            <a:ext cx="2725770" cy="4902231"/>
          </a:xfrm>
          <a:custGeom>
            <a:rect b="b" l="l" r="r" t="t"/>
            <a:pathLst>
              <a:path extrusionOk="0" h="6536309" w="3634359">
                <a:moveTo>
                  <a:pt x="0" y="6536309"/>
                </a:moveTo>
                <a:lnTo>
                  <a:pt x="3634359" y="0"/>
                </a:lnTo>
                <a:lnTo>
                  <a:pt x="3634359" y="6536309"/>
                </a:lnTo>
                <a:close/>
              </a:path>
            </a:pathLst>
          </a:custGeom>
          <a:solidFill>
            <a:srgbClr val="90C226">
              <a:alpha val="80000"/>
            </a:srgbClr>
          </a:solidFill>
          <a:ln>
            <a:noFill/>
          </a:ln>
        </p:spPr>
      </p:sp>
      <p:sp>
        <p:nvSpPr>
          <p:cNvPr id="377" name="Google Shape;377;p14"/>
          <p:cNvSpPr/>
          <p:nvPr/>
        </p:nvSpPr>
        <p:spPr>
          <a:xfrm>
            <a:off x="0" y="6019800"/>
            <a:ext cx="673132" cy="4267200"/>
          </a:xfrm>
          <a:custGeom>
            <a:rect b="b" l="l" r="r" t="t"/>
            <a:pathLst>
              <a:path extrusionOk="0" h="5689600" w="897509">
                <a:moveTo>
                  <a:pt x="0" y="5689600"/>
                </a:moveTo>
                <a:lnTo>
                  <a:pt x="0" y="0"/>
                </a:lnTo>
                <a:lnTo>
                  <a:pt x="897509" y="5689600"/>
                </a:lnTo>
                <a:close/>
              </a:path>
            </a:pathLst>
          </a:custGeom>
          <a:solidFill>
            <a:srgbClr val="90C226">
              <a:alpha val="84705"/>
            </a:srgbClr>
          </a:solidFill>
          <a:ln>
            <a:noFill/>
          </a:ln>
        </p:spPr>
      </p:sp>
      <p:sp>
        <p:nvSpPr>
          <p:cNvPr id="378" name="Google Shape;378;p14"/>
          <p:cNvSpPr/>
          <p:nvPr/>
        </p:nvSpPr>
        <p:spPr>
          <a:xfrm>
            <a:off x="715518" y="720090"/>
            <a:ext cx="16856964" cy="8846820"/>
          </a:xfrm>
          <a:custGeom>
            <a:rect b="b" l="l" r="r" t="t"/>
            <a:pathLst>
              <a:path extrusionOk="0" h="11795760" w="22475952">
                <a:moveTo>
                  <a:pt x="0" y="0"/>
                </a:moveTo>
                <a:lnTo>
                  <a:pt x="22475952" y="0"/>
                </a:lnTo>
                <a:lnTo>
                  <a:pt x="22475952" y="11795760"/>
                </a:lnTo>
                <a:lnTo>
                  <a:pt x="0" y="1179576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79" name="Google Shape;379;p14"/>
          <p:cNvSpPr/>
          <p:nvPr/>
        </p:nvSpPr>
        <p:spPr>
          <a:xfrm>
            <a:off x="3359204" y="1697990"/>
            <a:ext cx="11572406" cy="6885580"/>
          </a:xfrm>
          <a:custGeom>
            <a:rect b="b" l="l" r="r" t="t"/>
            <a:pathLst>
              <a:path extrusionOk="0" h="6885580" w="11572406">
                <a:moveTo>
                  <a:pt x="0" y="0"/>
                </a:moveTo>
                <a:lnTo>
                  <a:pt x="11572406" y="0"/>
                </a:lnTo>
                <a:lnTo>
                  <a:pt x="11572406" y="6885580"/>
                </a:lnTo>
                <a:lnTo>
                  <a:pt x="0" y="68855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9" r="-8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